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2A13E7-2750-4710-86B6-DAB9ECE07454}" type="doc">
      <dgm:prSet loTypeId="urn:microsoft.com/office/officeart/2005/8/layout/hierarchy2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3FE4BBE9-848E-4EBE-90E4-39506AF9D141}">
      <dgm:prSet phldrT="[Texte]"/>
      <dgm:spPr/>
      <dgm:t>
        <a:bodyPr/>
        <a:lstStyle/>
        <a:p>
          <a:r>
            <a:rPr lang="fr-FR" dirty="0"/>
            <a:t>Acier</a:t>
          </a:r>
        </a:p>
      </dgm:t>
    </dgm:pt>
    <dgm:pt modelId="{C4B116D2-5B7C-486D-A10A-6FF77BA6236C}" type="parTrans" cxnId="{631CB59E-751B-4123-8C0B-8DB5B1C1F91F}">
      <dgm:prSet/>
      <dgm:spPr/>
      <dgm:t>
        <a:bodyPr/>
        <a:lstStyle/>
        <a:p>
          <a:endParaRPr lang="fr-FR"/>
        </a:p>
      </dgm:t>
    </dgm:pt>
    <dgm:pt modelId="{E79B9F69-990E-4F1F-838C-B967C8C47B11}" type="sibTrans" cxnId="{631CB59E-751B-4123-8C0B-8DB5B1C1F91F}">
      <dgm:prSet/>
      <dgm:spPr/>
      <dgm:t>
        <a:bodyPr/>
        <a:lstStyle/>
        <a:p>
          <a:endParaRPr lang="fr-FR"/>
        </a:p>
      </dgm:t>
    </dgm:pt>
    <dgm:pt modelId="{DC6B323C-AEC1-4730-A4AD-5D5CB362007F}">
      <dgm:prSet phldrT="[Texte]"/>
      <dgm:spPr/>
      <dgm:t>
        <a:bodyPr/>
        <a:lstStyle/>
        <a:p>
          <a:r>
            <a:rPr lang="fr-FR" dirty="0"/>
            <a:t>Tôles</a:t>
          </a:r>
        </a:p>
      </dgm:t>
    </dgm:pt>
    <dgm:pt modelId="{2C0CA15A-3198-4865-84FB-8844A8F268A1}" type="parTrans" cxnId="{54CE2E9A-FF62-4AAD-B116-D2592CBF4B7A}">
      <dgm:prSet/>
      <dgm:spPr/>
      <dgm:t>
        <a:bodyPr/>
        <a:lstStyle/>
        <a:p>
          <a:endParaRPr lang="fr-FR"/>
        </a:p>
      </dgm:t>
    </dgm:pt>
    <dgm:pt modelId="{4B80D0B7-11B2-4A5F-AC25-52267CC4BD98}" type="sibTrans" cxnId="{54CE2E9A-FF62-4AAD-B116-D2592CBF4B7A}">
      <dgm:prSet/>
      <dgm:spPr/>
      <dgm:t>
        <a:bodyPr/>
        <a:lstStyle/>
        <a:p>
          <a:endParaRPr lang="fr-FR"/>
        </a:p>
      </dgm:t>
    </dgm:pt>
    <dgm:pt modelId="{78FDF9EF-5A72-4B81-9762-6CD8E203DAEE}">
      <dgm:prSet phldrT="[Texte]"/>
      <dgm:spPr/>
      <dgm:t>
        <a:bodyPr/>
        <a:lstStyle/>
        <a:p>
          <a:r>
            <a:rPr lang="fr-FR" dirty="0"/>
            <a:t>Barres</a:t>
          </a:r>
        </a:p>
      </dgm:t>
    </dgm:pt>
    <dgm:pt modelId="{209D3331-84BD-4DA8-B25B-2A6CDAF21C6D}" type="parTrans" cxnId="{F2E43B51-14EA-4819-9A32-44A2681D754B}">
      <dgm:prSet/>
      <dgm:spPr/>
      <dgm:t>
        <a:bodyPr/>
        <a:lstStyle/>
        <a:p>
          <a:endParaRPr lang="fr-FR"/>
        </a:p>
      </dgm:t>
    </dgm:pt>
    <dgm:pt modelId="{68E1D1B5-9C66-4C05-9CFE-4BAFA167F05C}" type="sibTrans" cxnId="{F2E43B51-14EA-4819-9A32-44A2681D754B}">
      <dgm:prSet/>
      <dgm:spPr/>
      <dgm:t>
        <a:bodyPr/>
        <a:lstStyle/>
        <a:p>
          <a:endParaRPr lang="fr-FR"/>
        </a:p>
      </dgm:t>
    </dgm:pt>
    <dgm:pt modelId="{34324795-E71A-49AA-ACF2-90C5E8258370}">
      <dgm:prSet phldrT="[Texte]"/>
      <dgm:spPr/>
      <dgm:t>
        <a:bodyPr/>
        <a:lstStyle/>
        <a:p>
          <a:r>
            <a:rPr lang="fr-FR" dirty="0"/>
            <a:t>Aluminium</a:t>
          </a:r>
        </a:p>
      </dgm:t>
    </dgm:pt>
    <dgm:pt modelId="{553BCCA2-C49A-4056-BB8F-38F260B921A8}" type="parTrans" cxnId="{0A648E3F-1B3E-4A12-8949-E514F9E790A4}">
      <dgm:prSet/>
      <dgm:spPr/>
      <dgm:t>
        <a:bodyPr/>
        <a:lstStyle/>
        <a:p>
          <a:endParaRPr lang="fr-FR"/>
        </a:p>
      </dgm:t>
    </dgm:pt>
    <dgm:pt modelId="{65AE8605-846F-425C-B74B-8B3596AF7438}" type="sibTrans" cxnId="{0A648E3F-1B3E-4A12-8949-E514F9E790A4}">
      <dgm:prSet/>
      <dgm:spPr/>
      <dgm:t>
        <a:bodyPr/>
        <a:lstStyle/>
        <a:p>
          <a:endParaRPr lang="fr-FR"/>
        </a:p>
      </dgm:t>
    </dgm:pt>
    <dgm:pt modelId="{E128E13E-D0C9-4A1E-8166-1558E3A52780}">
      <dgm:prSet phldrT="[Texte]"/>
      <dgm:spPr/>
      <dgm:t>
        <a:bodyPr/>
        <a:lstStyle/>
        <a:p>
          <a:r>
            <a:rPr lang="fr-FR" dirty="0"/>
            <a:t>Ca dépend</a:t>
          </a:r>
        </a:p>
      </dgm:t>
    </dgm:pt>
    <dgm:pt modelId="{AD9E0253-C66D-44DC-A962-81D609345854}" type="parTrans" cxnId="{62955B11-C431-48EB-BEAB-A2582A6210A6}">
      <dgm:prSet/>
      <dgm:spPr/>
      <dgm:t>
        <a:bodyPr/>
        <a:lstStyle/>
        <a:p>
          <a:endParaRPr lang="fr-FR"/>
        </a:p>
      </dgm:t>
    </dgm:pt>
    <dgm:pt modelId="{0996D122-1A63-4E49-BEDD-10A0A3F08021}" type="sibTrans" cxnId="{62955B11-C431-48EB-BEAB-A2582A6210A6}">
      <dgm:prSet/>
      <dgm:spPr/>
      <dgm:t>
        <a:bodyPr/>
        <a:lstStyle/>
        <a:p>
          <a:endParaRPr lang="fr-FR"/>
        </a:p>
      </dgm:t>
    </dgm:pt>
    <dgm:pt modelId="{3D2BFEED-6C7C-40FC-BB9C-E216445E16CB}">
      <dgm:prSet phldrT="[Texte]"/>
      <dgm:spPr/>
      <dgm:t>
        <a:bodyPr/>
        <a:lstStyle/>
        <a:p>
          <a:r>
            <a:rPr lang="fr-FR" dirty="0"/>
            <a:t>Autre</a:t>
          </a:r>
        </a:p>
      </dgm:t>
    </dgm:pt>
    <dgm:pt modelId="{5F4E4E48-2D15-44D4-B355-4B66FEB16FA8}" type="parTrans" cxnId="{7ED2E47A-5CD3-4131-A71A-BAC71C733CA7}">
      <dgm:prSet/>
      <dgm:spPr/>
      <dgm:t>
        <a:bodyPr/>
        <a:lstStyle/>
        <a:p>
          <a:endParaRPr lang="fr-FR"/>
        </a:p>
      </dgm:t>
    </dgm:pt>
    <dgm:pt modelId="{1D59CB8C-4E92-4E8D-9952-BAF74F4BE72A}" type="sibTrans" cxnId="{7ED2E47A-5CD3-4131-A71A-BAC71C733CA7}">
      <dgm:prSet/>
      <dgm:spPr/>
      <dgm:t>
        <a:bodyPr/>
        <a:lstStyle/>
        <a:p>
          <a:endParaRPr lang="fr-FR"/>
        </a:p>
      </dgm:t>
    </dgm:pt>
    <dgm:pt modelId="{2647378B-A017-4873-B803-B0D50BAC65DD}">
      <dgm:prSet phldrT="[Texte]"/>
      <dgm:spPr/>
      <dgm:t>
        <a:bodyPr/>
        <a:lstStyle/>
        <a:p>
          <a:r>
            <a:rPr lang="fr-FR" dirty="0"/>
            <a:t>Letoile</a:t>
          </a:r>
        </a:p>
      </dgm:t>
    </dgm:pt>
    <dgm:pt modelId="{BAFD320B-B56C-4719-A3A3-80506D5787EE}" type="parTrans" cxnId="{9AC96D76-43E2-4775-9A42-80608CAA84CE}">
      <dgm:prSet/>
      <dgm:spPr/>
      <dgm:t>
        <a:bodyPr/>
        <a:lstStyle/>
        <a:p>
          <a:endParaRPr lang="fr-FR"/>
        </a:p>
      </dgm:t>
    </dgm:pt>
    <dgm:pt modelId="{88FC038B-F5BB-44A9-81B8-E295821AF28C}" type="sibTrans" cxnId="{9AC96D76-43E2-4775-9A42-80608CAA84CE}">
      <dgm:prSet/>
      <dgm:spPr/>
      <dgm:t>
        <a:bodyPr/>
        <a:lstStyle/>
        <a:p>
          <a:endParaRPr lang="fr-FR"/>
        </a:p>
      </dgm:t>
    </dgm:pt>
    <dgm:pt modelId="{110DC9C8-C351-4FBE-9246-258F6DBA0F31}">
      <dgm:prSet phldrT="[Texte]"/>
      <dgm:spPr/>
      <dgm:t>
        <a:bodyPr/>
        <a:lstStyle/>
        <a:p>
          <a:r>
            <a:rPr lang="fr-FR" dirty="0"/>
            <a:t>Profilés</a:t>
          </a:r>
        </a:p>
      </dgm:t>
    </dgm:pt>
    <dgm:pt modelId="{46EB6B8C-E0A1-49A9-9AC9-67CD19D32CF1}" type="parTrans" cxnId="{4B77E15C-1045-402C-BCAB-AC18B5A1A5F2}">
      <dgm:prSet/>
      <dgm:spPr/>
      <dgm:t>
        <a:bodyPr/>
        <a:lstStyle/>
        <a:p>
          <a:endParaRPr lang="fr-FR"/>
        </a:p>
      </dgm:t>
    </dgm:pt>
    <dgm:pt modelId="{B762FF11-205C-4F55-A6EB-AEF47D46272B}" type="sibTrans" cxnId="{4B77E15C-1045-402C-BCAB-AC18B5A1A5F2}">
      <dgm:prSet/>
      <dgm:spPr/>
      <dgm:t>
        <a:bodyPr/>
        <a:lstStyle/>
        <a:p>
          <a:endParaRPr lang="fr-FR"/>
        </a:p>
      </dgm:t>
    </dgm:pt>
    <dgm:pt modelId="{E314B954-4A6D-4714-BAA6-BFFC42DBBD26}">
      <dgm:prSet phldrT="[Texte]"/>
      <dgm:spPr/>
      <dgm:t>
        <a:bodyPr/>
        <a:lstStyle/>
        <a:p>
          <a:r>
            <a:rPr lang="fr-FR" dirty="0"/>
            <a:t>Almet</a:t>
          </a:r>
        </a:p>
      </dgm:t>
    </dgm:pt>
    <dgm:pt modelId="{B849500C-E646-407E-8DFA-623AED775F01}" type="parTrans" cxnId="{F2C54692-805A-40C5-8E27-F8CFB02471EF}">
      <dgm:prSet/>
      <dgm:spPr/>
      <dgm:t>
        <a:bodyPr/>
        <a:lstStyle/>
        <a:p>
          <a:endParaRPr lang="fr-FR"/>
        </a:p>
      </dgm:t>
    </dgm:pt>
    <dgm:pt modelId="{2F164023-45C9-4359-8D3D-01A9FC2015FE}" type="sibTrans" cxnId="{F2C54692-805A-40C5-8E27-F8CFB02471EF}">
      <dgm:prSet/>
      <dgm:spPr/>
      <dgm:t>
        <a:bodyPr/>
        <a:lstStyle/>
        <a:p>
          <a:endParaRPr lang="fr-FR"/>
        </a:p>
      </dgm:t>
    </dgm:pt>
    <dgm:pt modelId="{F1318A38-E729-4B55-9DA0-6BB2ED299028}">
      <dgm:prSet phldrT="[Texte]"/>
      <dgm:spPr/>
      <dgm:t>
        <a:bodyPr/>
        <a:lstStyle/>
        <a:p>
          <a:r>
            <a:rPr lang="fr-FR" dirty="0"/>
            <a:t>EMSO</a:t>
          </a:r>
        </a:p>
      </dgm:t>
    </dgm:pt>
    <dgm:pt modelId="{D654052E-7573-4B8F-A3F1-F8CFDFF82DAD}" type="parTrans" cxnId="{66E08F43-F884-481E-9432-21ABF722D02B}">
      <dgm:prSet/>
      <dgm:spPr/>
      <dgm:t>
        <a:bodyPr/>
        <a:lstStyle/>
        <a:p>
          <a:endParaRPr lang="fr-FR"/>
        </a:p>
      </dgm:t>
    </dgm:pt>
    <dgm:pt modelId="{259847E9-86E6-45DA-BC6E-CD13E7A1CE2A}" type="sibTrans" cxnId="{66E08F43-F884-481E-9432-21ABF722D02B}">
      <dgm:prSet/>
      <dgm:spPr/>
      <dgm:t>
        <a:bodyPr/>
        <a:lstStyle/>
        <a:p>
          <a:endParaRPr lang="fr-FR"/>
        </a:p>
      </dgm:t>
    </dgm:pt>
    <dgm:pt modelId="{169FA75A-41A2-42DD-900D-91311F6C4C44}">
      <dgm:prSet phldrT="[Texte]"/>
      <dgm:spPr/>
      <dgm:t>
        <a:bodyPr/>
        <a:lstStyle/>
        <a:p>
          <a:r>
            <a:rPr lang="fr-FR" dirty="0"/>
            <a:t>Tôles</a:t>
          </a:r>
        </a:p>
      </dgm:t>
    </dgm:pt>
    <dgm:pt modelId="{861E3B52-A242-4A78-A3C4-EBB7E38D0F20}" type="parTrans" cxnId="{82F4CCD0-2811-4AA8-80DD-1D5366E55C42}">
      <dgm:prSet/>
      <dgm:spPr/>
      <dgm:t>
        <a:bodyPr/>
        <a:lstStyle/>
        <a:p>
          <a:endParaRPr lang="fr-FR"/>
        </a:p>
      </dgm:t>
    </dgm:pt>
    <dgm:pt modelId="{0A2A3150-39FF-4A2F-A905-0E6E9D01E13A}" type="sibTrans" cxnId="{82F4CCD0-2811-4AA8-80DD-1D5366E55C42}">
      <dgm:prSet/>
      <dgm:spPr/>
      <dgm:t>
        <a:bodyPr/>
        <a:lstStyle/>
        <a:p>
          <a:endParaRPr lang="fr-FR"/>
        </a:p>
      </dgm:t>
    </dgm:pt>
    <dgm:pt modelId="{7B7C9B7D-F907-4F1B-ADD5-79FC261AB950}">
      <dgm:prSet phldrT="[Texte]"/>
      <dgm:spPr/>
      <dgm:t>
        <a:bodyPr/>
        <a:lstStyle/>
        <a:p>
          <a:r>
            <a:rPr lang="fr-FR" dirty="0"/>
            <a:t>Profilés</a:t>
          </a:r>
        </a:p>
      </dgm:t>
    </dgm:pt>
    <dgm:pt modelId="{81202E80-843E-460E-B6F3-0BE8DD3594D1}" type="parTrans" cxnId="{C53A4C19-82A6-476C-B672-AFBAC7DAE563}">
      <dgm:prSet/>
      <dgm:spPr/>
      <dgm:t>
        <a:bodyPr/>
        <a:lstStyle/>
        <a:p>
          <a:endParaRPr lang="fr-FR"/>
        </a:p>
      </dgm:t>
    </dgm:pt>
    <dgm:pt modelId="{F343CFD1-A59E-4393-9FEE-2C84AEAE64B2}" type="sibTrans" cxnId="{C53A4C19-82A6-476C-B672-AFBAC7DAE563}">
      <dgm:prSet/>
      <dgm:spPr/>
      <dgm:t>
        <a:bodyPr/>
        <a:lstStyle/>
        <a:p>
          <a:endParaRPr lang="fr-FR"/>
        </a:p>
      </dgm:t>
    </dgm:pt>
    <dgm:pt modelId="{5E3DBB2A-D82C-43D7-BAEF-25B7C0EF0957}">
      <dgm:prSet phldrT="[Texte]"/>
      <dgm:spPr/>
      <dgm:t>
        <a:bodyPr/>
        <a:lstStyle/>
        <a:p>
          <a:r>
            <a:rPr lang="fr-FR" dirty="0"/>
            <a:t>Barres</a:t>
          </a:r>
        </a:p>
      </dgm:t>
    </dgm:pt>
    <dgm:pt modelId="{06C2D953-A46B-48D1-9BD2-4C076AFB054E}" type="parTrans" cxnId="{36708802-A254-484F-BE3F-A24D0C0891AE}">
      <dgm:prSet/>
      <dgm:spPr/>
      <dgm:t>
        <a:bodyPr/>
        <a:lstStyle/>
        <a:p>
          <a:endParaRPr lang="fr-FR"/>
        </a:p>
      </dgm:t>
    </dgm:pt>
    <dgm:pt modelId="{C6C79AED-07E9-4404-AB84-41709CD1E1A6}" type="sibTrans" cxnId="{36708802-A254-484F-BE3F-A24D0C0891AE}">
      <dgm:prSet/>
      <dgm:spPr/>
      <dgm:t>
        <a:bodyPr/>
        <a:lstStyle/>
        <a:p>
          <a:endParaRPr lang="fr-FR"/>
        </a:p>
      </dgm:t>
    </dgm:pt>
    <dgm:pt modelId="{66091654-9A09-4015-9B5B-4FEF26A4CD1C}">
      <dgm:prSet phldrT="[Texte]"/>
      <dgm:spPr/>
      <dgm:t>
        <a:bodyPr/>
        <a:lstStyle/>
        <a:p>
          <a:r>
            <a:rPr lang="fr-FR" dirty="0"/>
            <a:t>Inox</a:t>
          </a:r>
        </a:p>
      </dgm:t>
    </dgm:pt>
    <dgm:pt modelId="{61BB3D25-2B0C-4BB8-AC01-463AF7158861}" type="parTrans" cxnId="{22C867AF-5AC2-45BB-8022-1391618013E4}">
      <dgm:prSet/>
      <dgm:spPr/>
      <dgm:t>
        <a:bodyPr/>
        <a:lstStyle/>
        <a:p>
          <a:endParaRPr lang="fr-FR"/>
        </a:p>
      </dgm:t>
    </dgm:pt>
    <dgm:pt modelId="{C577A52A-96A0-43F1-9C27-D768C7EE2211}" type="sibTrans" cxnId="{22C867AF-5AC2-45BB-8022-1391618013E4}">
      <dgm:prSet/>
      <dgm:spPr/>
      <dgm:t>
        <a:bodyPr/>
        <a:lstStyle/>
        <a:p>
          <a:endParaRPr lang="fr-FR"/>
        </a:p>
      </dgm:t>
    </dgm:pt>
    <dgm:pt modelId="{3AF13CCA-E192-44AB-98B1-9ABC09BFAD5F}">
      <dgm:prSet phldrT="[Texte]"/>
      <dgm:spPr/>
      <dgm:t>
        <a:bodyPr/>
        <a:lstStyle/>
        <a:p>
          <a:r>
            <a:rPr lang="fr-FR" dirty="0"/>
            <a:t>Almet</a:t>
          </a:r>
        </a:p>
      </dgm:t>
    </dgm:pt>
    <dgm:pt modelId="{E2B616D3-7D2B-4825-A7BD-011B019FEFDE}" type="parTrans" cxnId="{C12C3EED-FA5D-4852-9B10-FC3E2CF05D90}">
      <dgm:prSet/>
      <dgm:spPr/>
      <dgm:t>
        <a:bodyPr/>
        <a:lstStyle/>
        <a:p>
          <a:endParaRPr lang="fr-FR"/>
        </a:p>
      </dgm:t>
    </dgm:pt>
    <dgm:pt modelId="{1F98A63C-16FE-4E96-8B3C-57727929709C}" type="sibTrans" cxnId="{C12C3EED-FA5D-4852-9B10-FC3E2CF05D90}">
      <dgm:prSet/>
      <dgm:spPr/>
      <dgm:t>
        <a:bodyPr/>
        <a:lstStyle/>
        <a:p>
          <a:endParaRPr lang="fr-FR"/>
        </a:p>
      </dgm:t>
    </dgm:pt>
    <dgm:pt modelId="{1C6A95FB-5115-4715-8A7D-F0306150ABBB}">
      <dgm:prSet phldrT="[Texte]"/>
      <dgm:spPr/>
      <dgm:t>
        <a:bodyPr/>
        <a:lstStyle/>
        <a:p>
          <a:r>
            <a:rPr lang="fr-FR" dirty="0"/>
            <a:t>EMSO</a:t>
          </a:r>
        </a:p>
      </dgm:t>
    </dgm:pt>
    <dgm:pt modelId="{77341D96-291B-448B-9979-800738A86E8F}" type="parTrans" cxnId="{40D95FD2-5B49-450A-80C2-C7AA03913C45}">
      <dgm:prSet/>
      <dgm:spPr/>
      <dgm:t>
        <a:bodyPr/>
        <a:lstStyle/>
        <a:p>
          <a:endParaRPr lang="fr-FR"/>
        </a:p>
      </dgm:t>
    </dgm:pt>
    <dgm:pt modelId="{4584A5B0-9B73-4146-B4AC-B966FF8FACA8}" type="sibTrans" cxnId="{40D95FD2-5B49-450A-80C2-C7AA03913C45}">
      <dgm:prSet/>
      <dgm:spPr/>
      <dgm:t>
        <a:bodyPr/>
        <a:lstStyle/>
        <a:p>
          <a:endParaRPr lang="fr-FR"/>
        </a:p>
      </dgm:t>
    </dgm:pt>
    <dgm:pt modelId="{E50F1A97-04B3-45AB-AC7D-B860824E3DD7}">
      <dgm:prSet phldrT="[Texte]"/>
      <dgm:spPr/>
      <dgm:t>
        <a:bodyPr/>
        <a:lstStyle/>
        <a:p>
          <a:r>
            <a:rPr lang="fr-FR" dirty="0"/>
            <a:t>Tôles</a:t>
          </a:r>
        </a:p>
      </dgm:t>
    </dgm:pt>
    <dgm:pt modelId="{929FF8F4-D84E-48DA-9FBB-E837ED2C600E}" type="parTrans" cxnId="{FA8EEF59-D134-424C-B1BD-CB1229CDE6EF}">
      <dgm:prSet/>
      <dgm:spPr/>
      <dgm:t>
        <a:bodyPr/>
        <a:lstStyle/>
        <a:p>
          <a:endParaRPr lang="fr-FR"/>
        </a:p>
      </dgm:t>
    </dgm:pt>
    <dgm:pt modelId="{CD6AF508-5318-4B13-9A72-61805403C3E3}" type="sibTrans" cxnId="{FA8EEF59-D134-424C-B1BD-CB1229CDE6EF}">
      <dgm:prSet/>
      <dgm:spPr/>
      <dgm:t>
        <a:bodyPr/>
        <a:lstStyle/>
        <a:p>
          <a:endParaRPr lang="fr-FR"/>
        </a:p>
      </dgm:t>
    </dgm:pt>
    <dgm:pt modelId="{6EDF7BA6-AB1B-4201-9F41-D08A3CC2B0C0}">
      <dgm:prSet phldrT="[Texte]"/>
      <dgm:spPr/>
      <dgm:t>
        <a:bodyPr/>
        <a:lstStyle/>
        <a:p>
          <a:r>
            <a:rPr lang="fr-FR" dirty="0"/>
            <a:t>Barres</a:t>
          </a:r>
        </a:p>
      </dgm:t>
    </dgm:pt>
    <dgm:pt modelId="{101802B3-AFCD-48AB-ACAE-8078D512A061}" type="parTrans" cxnId="{60E63F45-AD31-4C80-8FBC-A3FBE07E1E8B}">
      <dgm:prSet/>
      <dgm:spPr/>
      <dgm:t>
        <a:bodyPr/>
        <a:lstStyle/>
        <a:p>
          <a:endParaRPr lang="fr-FR"/>
        </a:p>
      </dgm:t>
    </dgm:pt>
    <dgm:pt modelId="{35BC5447-05B7-4A72-AF40-0833A968CBEE}" type="sibTrans" cxnId="{60E63F45-AD31-4C80-8FBC-A3FBE07E1E8B}">
      <dgm:prSet/>
      <dgm:spPr/>
      <dgm:t>
        <a:bodyPr/>
        <a:lstStyle/>
        <a:p>
          <a:endParaRPr lang="fr-FR"/>
        </a:p>
      </dgm:t>
    </dgm:pt>
    <dgm:pt modelId="{DC5D67D2-578C-46E4-B9CB-887320FC9423}">
      <dgm:prSet phldrT="[Texte]"/>
      <dgm:spPr/>
      <dgm:t>
        <a:bodyPr/>
        <a:lstStyle/>
        <a:p>
          <a:r>
            <a:rPr lang="fr-FR" dirty="0"/>
            <a:t>Profilés</a:t>
          </a:r>
        </a:p>
      </dgm:t>
    </dgm:pt>
    <dgm:pt modelId="{8826F40C-91A2-4B4F-8493-776CEA773F3D}" type="parTrans" cxnId="{E0B812C7-A494-4B74-843B-F884BB64F13E}">
      <dgm:prSet/>
      <dgm:spPr/>
      <dgm:t>
        <a:bodyPr/>
        <a:lstStyle/>
        <a:p>
          <a:endParaRPr lang="fr-FR"/>
        </a:p>
      </dgm:t>
    </dgm:pt>
    <dgm:pt modelId="{EEC16E49-5D74-4D41-8EFA-6715F9BA069D}" type="sibTrans" cxnId="{E0B812C7-A494-4B74-843B-F884BB64F13E}">
      <dgm:prSet/>
      <dgm:spPr/>
      <dgm:t>
        <a:bodyPr/>
        <a:lstStyle/>
        <a:p>
          <a:endParaRPr lang="fr-FR"/>
        </a:p>
      </dgm:t>
    </dgm:pt>
    <dgm:pt modelId="{EEF5F912-BA30-4571-A001-6DE4C33B86BD}">
      <dgm:prSet phldrT="[Texte]"/>
      <dgm:spPr/>
      <dgm:t>
        <a:bodyPr/>
        <a:lstStyle/>
        <a:p>
          <a:r>
            <a:rPr lang="fr-FR" dirty="0"/>
            <a:t>Matière</a:t>
          </a:r>
        </a:p>
      </dgm:t>
    </dgm:pt>
    <dgm:pt modelId="{A536348D-BCD3-4830-998D-43DE434C2AEA}" type="parTrans" cxnId="{F2A010C0-3B8F-4711-9F18-5931D9B85A57}">
      <dgm:prSet/>
      <dgm:spPr/>
      <dgm:t>
        <a:bodyPr/>
        <a:lstStyle/>
        <a:p>
          <a:endParaRPr lang="fr-FR"/>
        </a:p>
      </dgm:t>
    </dgm:pt>
    <dgm:pt modelId="{27473A74-914B-4E7C-A300-F429FF7F55D3}" type="sibTrans" cxnId="{F2A010C0-3B8F-4711-9F18-5931D9B85A57}">
      <dgm:prSet/>
      <dgm:spPr/>
      <dgm:t>
        <a:bodyPr/>
        <a:lstStyle/>
        <a:p>
          <a:endParaRPr lang="fr-FR"/>
        </a:p>
      </dgm:t>
    </dgm:pt>
    <dgm:pt modelId="{DF68A866-E072-4659-82CD-BEC45A2A2185}">
      <dgm:prSet phldrT="[Texte]"/>
      <dgm:spPr/>
      <dgm:t>
        <a:bodyPr/>
        <a:lstStyle/>
        <a:p>
          <a:r>
            <a:rPr lang="fr-FR" dirty="0"/>
            <a:t>Fournisseur</a:t>
          </a:r>
        </a:p>
      </dgm:t>
    </dgm:pt>
    <dgm:pt modelId="{2529CEE9-6863-4B95-9D7B-43D5214884E0}" type="parTrans" cxnId="{E5A1FA90-6576-4178-9E24-3FB709A3C578}">
      <dgm:prSet/>
      <dgm:spPr/>
      <dgm:t>
        <a:bodyPr/>
        <a:lstStyle/>
        <a:p>
          <a:endParaRPr lang="fr-FR"/>
        </a:p>
      </dgm:t>
    </dgm:pt>
    <dgm:pt modelId="{277E4C56-A5BA-4816-90BE-D1BBB182710B}" type="sibTrans" cxnId="{E5A1FA90-6576-4178-9E24-3FB709A3C578}">
      <dgm:prSet/>
      <dgm:spPr/>
      <dgm:t>
        <a:bodyPr/>
        <a:lstStyle/>
        <a:p>
          <a:endParaRPr lang="fr-FR"/>
        </a:p>
      </dgm:t>
    </dgm:pt>
    <dgm:pt modelId="{040CB1DE-E9DC-438F-AD06-349086D7CBCD}">
      <dgm:prSet phldrT="[Texte]"/>
      <dgm:spPr/>
      <dgm:t>
        <a:bodyPr/>
        <a:lstStyle/>
        <a:p>
          <a:r>
            <a:rPr lang="fr-FR"/>
            <a:t>Famille</a:t>
          </a:r>
        </a:p>
      </dgm:t>
    </dgm:pt>
    <dgm:pt modelId="{DABC87C9-20D4-48F9-95F8-0C6C44265B86}" type="parTrans" cxnId="{9C4FC3D4-A523-4868-A2D7-46D65272B819}">
      <dgm:prSet/>
      <dgm:spPr/>
      <dgm:t>
        <a:bodyPr/>
        <a:lstStyle/>
        <a:p>
          <a:endParaRPr lang="fr-FR"/>
        </a:p>
      </dgm:t>
    </dgm:pt>
    <dgm:pt modelId="{745562BA-7C31-48CD-87B0-F242F017422A}" type="sibTrans" cxnId="{9C4FC3D4-A523-4868-A2D7-46D65272B819}">
      <dgm:prSet/>
      <dgm:spPr/>
      <dgm:t>
        <a:bodyPr/>
        <a:lstStyle/>
        <a:p>
          <a:endParaRPr lang="fr-FR"/>
        </a:p>
      </dgm:t>
    </dgm:pt>
    <dgm:pt modelId="{2C91BC23-EDAF-4B01-99F3-1BB86A28AC36}" type="pres">
      <dgm:prSet presAssocID="{D72A13E7-2750-4710-86B6-DAB9ECE0745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22F06D7-4DAE-41D7-8E1F-3EE701AE724A}" type="pres">
      <dgm:prSet presAssocID="{EEF5F912-BA30-4571-A001-6DE4C33B86BD}" presName="root1" presStyleCnt="0"/>
      <dgm:spPr/>
    </dgm:pt>
    <dgm:pt modelId="{0C0E7F5A-81E5-46B7-96EE-9CB77C47E54E}" type="pres">
      <dgm:prSet presAssocID="{EEF5F912-BA30-4571-A001-6DE4C33B86BD}" presName="LevelOneTextNode" presStyleLbl="node0" presStyleIdx="0" presStyleCnt="5">
        <dgm:presLayoutVars>
          <dgm:chPref val="3"/>
        </dgm:presLayoutVars>
      </dgm:prSet>
      <dgm:spPr/>
    </dgm:pt>
    <dgm:pt modelId="{AC46879A-2E63-466E-B71E-38D59144F2F4}" type="pres">
      <dgm:prSet presAssocID="{EEF5F912-BA30-4571-A001-6DE4C33B86BD}" presName="level2hierChild" presStyleCnt="0"/>
      <dgm:spPr/>
    </dgm:pt>
    <dgm:pt modelId="{9BEFFEDD-A108-4C44-8912-65B4518F8C72}" type="pres">
      <dgm:prSet presAssocID="{2529CEE9-6863-4B95-9D7B-43D5214884E0}" presName="conn2-1" presStyleLbl="parChTrans1D2" presStyleIdx="0" presStyleCnt="7"/>
      <dgm:spPr/>
    </dgm:pt>
    <dgm:pt modelId="{2D1719C8-AD34-4AF9-9C36-58F47D24D71D}" type="pres">
      <dgm:prSet presAssocID="{2529CEE9-6863-4B95-9D7B-43D5214884E0}" presName="connTx" presStyleLbl="parChTrans1D2" presStyleIdx="0" presStyleCnt="7"/>
      <dgm:spPr/>
    </dgm:pt>
    <dgm:pt modelId="{040D144A-3E64-466D-A5A9-0FA6E609109B}" type="pres">
      <dgm:prSet presAssocID="{DF68A866-E072-4659-82CD-BEC45A2A2185}" presName="root2" presStyleCnt="0"/>
      <dgm:spPr/>
    </dgm:pt>
    <dgm:pt modelId="{C52A81F3-F435-4C97-A74E-873A6467CFCF}" type="pres">
      <dgm:prSet presAssocID="{DF68A866-E072-4659-82CD-BEC45A2A2185}" presName="LevelTwoTextNode" presStyleLbl="node2" presStyleIdx="0" presStyleCnt="7">
        <dgm:presLayoutVars>
          <dgm:chPref val="3"/>
        </dgm:presLayoutVars>
      </dgm:prSet>
      <dgm:spPr/>
    </dgm:pt>
    <dgm:pt modelId="{6F39996E-E4D0-4D60-8B94-528BD56EBD72}" type="pres">
      <dgm:prSet presAssocID="{DF68A866-E072-4659-82CD-BEC45A2A2185}" presName="level3hierChild" presStyleCnt="0"/>
      <dgm:spPr/>
    </dgm:pt>
    <dgm:pt modelId="{02A5F568-F424-42B6-9F69-AE0BC12352C3}" type="pres">
      <dgm:prSet presAssocID="{DABC87C9-20D4-48F9-95F8-0C6C44265B86}" presName="conn2-1" presStyleLbl="parChTrans1D3" presStyleIdx="0" presStyleCnt="10"/>
      <dgm:spPr/>
    </dgm:pt>
    <dgm:pt modelId="{223E146C-54EF-4263-9928-DD820B228B60}" type="pres">
      <dgm:prSet presAssocID="{DABC87C9-20D4-48F9-95F8-0C6C44265B86}" presName="connTx" presStyleLbl="parChTrans1D3" presStyleIdx="0" presStyleCnt="10"/>
      <dgm:spPr/>
    </dgm:pt>
    <dgm:pt modelId="{40B4B459-800A-4C6E-B728-54424BFBB84C}" type="pres">
      <dgm:prSet presAssocID="{040CB1DE-E9DC-438F-AD06-349086D7CBCD}" presName="root2" presStyleCnt="0"/>
      <dgm:spPr/>
    </dgm:pt>
    <dgm:pt modelId="{F63F3160-C621-472F-BF32-55B86AA27248}" type="pres">
      <dgm:prSet presAssocID="{040CB1DE-E9DC-438F-AD06-349086D7CBCD}" presName="LevelTwoTextNode" presStyleLbl="node3" presStyleIdx="0" presStyleCnt="10">
        <dgm:presLayoutVars>
          <dgm:chPref val="3"/>
        </dgm:presLayoutVars>
      </dgm:prSet>
      <dgm:spPr/>
    </dgm:pt>
    <dgm:pt modelId="{6A47769F-E072-4145-AEFB-B14F6F801AF9}" type="pres">
      <dgm:prSet presAssocID="{040CB1DE-E9DC-438F-AD06-349086D7CBCD}" presName="level3hierChild" presStyleCnt="0"/>
      <dgm:spPr/>
    </dgm:pt>
    <dgm:pt modelId="{5041CCB7-4DA5-46FA-9BFA-C2C0A78E7734}" type="pres">
      <dgm:prSet presAssocID="{3FE4BBE9-848E-4EBE-90E4-39506AF9D141}" presName="root1" presStyleCnt="0"/>
      <dgm:spPr/>
    </dgm:pt>
    <dgm:pt modelId="{0DCDCCCC-F7C2-4F71-93F6-CB787925D8B9}" type="pres">
      <dgm:prSet presAssocID="{3FE4BBE9-848E-4EBE-90E4-39506AF9D141}" presName="LevelOneTextNode" presStyleLbl="node0" presStyleIdx="1" presStyleCnt="5">
        <dgm:presLayoutVars>
          <dgm:chPref val="3"/>
        </dgm:presLayoutVars>
      </dgm:prSet>
      <dgm:spPr/>
    </dgm:pt>
    <dgm:pt modelId="{682D3336-21CE-4846-A167-CAD123639FF1}" type="pres">
      <dgm:prSet presAssocID="{3FE4BBE9-848E-4EBE-90E4-39506AF9D141}" presName="level2hierChild" presStyleCnt="0"/>
      <dgm:spPr/>
    </dgm:pt>
    <dgm:pt modelId="{873993D8-DD99-43CA-8724-E2EBC3708C66}" type="pres">
      <dgm:prSet presAssocID="{BAFD320B-B56C-4719-A3A3-80506D5787EE}" presName="conn2-1" presStyleLbl="parChTrans1D2" presStyleIdx="1" presStyleCnt="7"/>
      <dgm:spPr/>
    </dgm:pt>
    <dgm:pt modelId="{DD3EA83C-DE54-4CB8-9EF9-AE9D9C530059}" type="pres">
      <dgm:prSet presAssocID="{BAFD320B-B56C-4719-A3A3-80506D5787EE}" presName="connTx" presStyleLbl="parChTrans1D2" presStyleIdx="1" presStyleCnt="7"/>
      <dgm:spPr/>
    </dgm:pt>
    <dgm:pt modelId="{B6D95260-72AC-44CA-A466-23355FE62554}" type="pres">
      <dgm:prSet presAssocID="{2647378B-A017-4873-B803-B0D50BAC65DD}" presName="root2" presStyleCnt="0"/>
      <dgm:spPr/>
    </dgm:pt>
    <dgm:pt modelId="{B16E2B5B-62BD-486C-A201-B715913BD648}" type="pres">
      <dgm:prSet presAssocID="{2647378B-A017-4873-B803-B0D50BAC65DD}" presName="LevelTwoTextNode" presStyleLbl="node2" presStyleIdx="1" presStyleCnt="7">
        <dgm:presLayoutVars>
          <dgm:chPref val="3"/>
        </dgm:presLayoutVars>
      </dgm:prSet>
      <dgm:spPr/>
    </dgm:pt>
    <dgm:pt modelId="{7C805030-6E46-458B-9F50-D7EF600F5E55}" type="pres">
      <dgm:prSet presAssocID="{2647378B-A017-4873-B803-B0D50BAC65DD}" presName="level3hierChild" presStyleCnt="0"/>
      <dgm:spPr/>
    </dgm:pt>
    <dgm:pt modelId="{AB1C85ED-8417-4966-9349-F58BB66D112B}" type="pres">
      <dgm:prSet presAssocID="{2C0CA15A-3198-4865-84FB-8844A8F268A1}" presName="conn2-1" presStyleLbl="parChTrans1D3" presStyleIdx="1" presStyleCnt="10"/>
      <dgm:spPr/>
    </dgm:pt>
    <dgm:pt modelId="{5155EDC1-200F-4C15-B561-CC3A82193937}" type="pres">
      <dgm:prSet presAssocID="{2C0CA15A-3198-4865-84FB-8844A8F268A1}" presName="connTx" presStyleLbl="parChTrans1D3" presStyleIdx="1" presStyleCnt="10"/>
      <dgm:spPr/>
    </dgm:pt>
    <dgm:pt modelId="{64D70F35-4A66-4DDC-BF2F-5739B2B310F8}" type="pres">
      <dgm:prSet presAssocID="{DC6B323C-AEC1-4730-A4AD-5D5CB362007F}" presName="root2" presStyleCnt="0"/>
      <dgm:spPr/>
    </dgm:pt>
    <dgm:pt modelId="{0C69C646-2C06-4B47-B24A-EE39EA800464}" type="pres">
      <dgm:prSet presAssocID="{DC6B323C-AEC1-4730-A4AD-5D5CB362007F}" presName="LevelTwoTextNode" presStyleLbl="node3" presStyleIdx="1" presStyleCnt="10">
        <dgm:presLayoutVars>
          <dgm:chPref val="3"/>
        </dgm:presLayoutVars>
      </dgm:prSet>
      <dgm:spPr/>
    </dgm:pt>
    <dgm:pt modelId="{2A702558-1953-4922-9CD4-0ADF6B616475}" type="pres">
      <dgm:prSet presAssocID="{DC6B323C-AEC1-4730-A4AD-5D5CB362007F}" presName="level3hierChild" presStyleCnt="0"/>
      <dgm:spPr/>
    </dgm:pt>
    <dgm:pt modelId="{D4618DDD-0A6E-48FA-9B66-B1D2F87552CD}" type="pres">
      <dgm:prSet presAssocID="{209D3331-84BD-4DA8-B25B-2A6CDAF21C6D}" presName="conn2-1" presStyleLbl="parChTrans1D3" presStyleIdx="2" presStyleCnt="10"/>
      <dgm:spPr/>
    </dgm:pt>
    <dgm:pt modelId="{52FA051E-C4AD-4544-A754-7063BF739336}" type="pres">
      <dgm:prSet presAssocID="{209D3331-84BD-4DA8-B25B-2A6CDAF21C6D}" presName="connTx" presStyleLbl="parChTrans1D3" presStyleIdx="2" presStyleCnt="10"/>
      <dgm:spPr/>
    </dgm:pt>
    <dgm:pt modelId="{21207435-054A-4072-8595-BDF35931DCCE}" type="pres">
      <dgm:prSet presAssocID="{78FDF9EF-5A72-4B81-9762-6CD8E203DAEE}" presName="root2" presStyleCnt="0"/>
      <dgm:spPr/>
    </dgm:pt>
    <dgm:pt modelId="{931214B0-6B68-4AA2-916E-70EA9EAAB5EA}" type="pres">
      <dgm:prSet presAssocID="{78FDF9EF-5A72-4B81-9762-6CD8E203DAEE}" presName="LevelTwoTextNode" presStyleLbl="node3" presStyleIdx="2" presStyleCnt="10">
        <dgm:presLayoutVars>
          <dgm:chPref val="3"/>
        </dgm:presLayoutVars>
      </dgm:prSet>
      <dgm:spPr/>
    </dgm:pt>
    <dgm:pt modelId="{42006F82-4D6C-4252-ACEE-D1438E9DBEC0}" type="pres">
      <dgm:prSet presAssocID="{78FDF9EF-5A72-4B81-9762-6CD8E203DAEE}" presName="level3hierChild" presStyleCnt="0"/>
      <dgm:spPr/>
    </dgm:pt>
    <dgm:pt modelId="{6D8D8867-2E17-4149-855A-73DAE93B31B8}" type="pres">
      <dgm:prSet presAssocID="{46EB6B8C-E0A1-49A9-9AC9-67CD19D32CF1}" presName="conn2-1" presStyleLbl="parChTrans1D3" presStyleIdx="3" presStyleCnt="10"/>
      <dgm:spPr/>
    </dgm:pt>
    <dgm:pt modelId="{F8D7B0B7-AE6F-4987-881F-7DCB82152520}" type="pres">
      <dgm:prSet presAssocID="{46EB6B8C-E0A1-49A9-9AC9-67CD19D32CF1}" presName="connTx" presStyleLbl="parChTrans1D3" presStyleIdx="3" presStyleCnt="10"/>
      <dgm:spPr/>
    </dgm:pt>
    <dgm:pt modelId="{0B82F04E-7833-4BB7-938C-CFEB7400E4A0}" type="pres">
      <dgm:prSet presAssocID="{110DC9C8-C351-4FBE-9246-258F6DBA0F31}" presName="root2" presStyleCnt="0"/>
      <dgm:spPr/>
    </dgm:pt>
    <dgm:pt modelId="{0A2DEED4-5FFE-49EE-8BD8-BADE0E6A0493}" type="pres">
      <dgm:prSet presAssocID="{110DC9C8-C351-4FBE-9246-258F6DBA0F31}" presName="LevelTwoTextNode" presStyleLbl="node3" presStyleIdx="3" presStyleCnt="10">
        <dgm:presLayoutVars>
          <dgm:chPref val="3"/>
        </dgm:presLayoutVars>
      </dgm:prSet>
      <dgm:spPr/>
    </dgm:pt>
    <dgm:pt modelId="{67A1B426-4FA9-4A27-A9E8-9206CF9505C4}" type="pres">
      <dgm:prSet presAssocID="{110DC9C8-C351-4FBE-9246-258F6DBA0F31}" presName="level3hierChild" presStyleCnt="0"/>
      <dgm:spPr/>
    </dgm:pt>
    <dgm:pt modelId="{332435D7-91E3-47EF-8294-258263D91FDA}" type="pres">
      <dgm:prSet presAssocID="{34324795-E71A-49AA-ACF2-90C5E8258370}" presName="root1" presStyleCnt="0"/>
      <dgm:spPr/>
    </dgm:pt>
    <dgm:pt modelId="{72A7FD9D-9280-40BD-9059-19DDFBFFA4A1}" type="pres">
      <dgm:prSet presAssocID="{34324795-E71A-49AA-ACF2-90C5E8258370}" presName="LevelOneTextNode" presStyleLbl="node0" presStyleIdx="2" presStyleCnt="5">
        <dgm:presLayoutVars>
          <dgm:chPref val="3"/>
        </dgm:presLayoutVars>
      </dgm:prSet>
      <dgm:spPr/>
    </dgm:pt>
    <dgm:pt modelId="{40267CE9-96AF-407D-AD2F-31F0E0904D8A}" type="pres">
      <dgm:prSet presAssocID="{34324795-E71A-49AA-ACF2-90C5E8258370}" presName="level2hierChild" presStyleCnt="0"/>
      <dgm:spPr/>
    </dgm:pt>
    <dgm:pt modelId="{33274082-83C4-44EE-B04C-B8F846A46F86}" type="pres">
      <dgm:prSet presAssocID="{B849500C-E646-407E-8DFA-623AED775F01}" presName="conn2-1" presStyleLbl="parChTrans1D2" presStyleIdx="2" presStyleCnt="7"/>
      <dgm:spPr/>
    </dgm:pt>
    <dgm:pt modelId="{ED8D9510-47C9-4C3A-BED8-B9D49E2E5470}" type="pres">
      <dgm:prSet presAssocID="{B849500C-E646-407E-8DFA-623AED775F01}" presName="connTx" presStyleLbl="parChTrans1D2" presStyleIdx="2" presStyleCnt="7"/>
      <dgm:spPr/>
    </dgm:pt>
    <dgm:pt modelId="{9E5E4F05-711C-4DD3-9BB9-489A27ECEEE1}" type="pres">
      <dgm:prSet presAssocID="{E314B954-4A6D-4714-BAA6-BFFC42DBBD26}" presName="root2" presStyleCnt="0"/>
      <dgm:spPr/>
    </dgm:pt>
    <dgm:pt modelId="{FD4F0E63-6F78-44B0-B7E1-0E24FCB996E9}" type="pres">
      <dgm:prSet presAssocID="{E314B954-4A6D-4714-BAA6-BFFC42DBBD26}" presName="LevelTwoTextNode" presStyleLbl="node2" presStyleIdx="2" presStyleCnt="7">
        <dgm:presLayoutVars>
          <dgm:chPref val="3"/>
        </dgm:presLayoutVars>
      </dgm:prSet>
      <dgm:spPr/>
    </dgm:pt>
    <dgm:pt modelId="{72670080-E44E-4F55-8088-57E947CC4D5C}" type="pres">
      <dgm:prSet presAssocID="{E314B954-4A6D-4714-BAA6-BFFC42DBBD26}" presName="level3hierChild" presStyleCnt="0"/>
      <dgm:spPr/>
    </dgm:pt>
    <dgm:pt modelId="{A8EF0A3B-0394-4253-8DB2-900BC40DBC1E}" type="pres">
      <dgm:prSet presAssocID="{861E3B52-A242-4A78-A3C4-EBB7E38D0F20}" presName="conn2-1" presStyleLbl="parChTrans1D3" presStyleIdx="4" presStyleCnt="10"/>
      <dgm:spPr/>
    </dgm:pt>
    <dgm:pt modelId="{0276E0AC-B019-4828-A7C1-EF1328950421}" type="pres">
      <dgm:prSet presAssocID="{861E3B52-A242-4A78-A3C4-EBB7E38D0F20}" presName="connTx" presStyleLbl="parChTrans1D3" presStyleIdx="4" presStyleCnt="10"/>
      <dgm:spPr/>
    </dgm:pt>
    <dgm:pt modelId="{A3D68370-F5C4-4739-BF6B-88B260657FB8}" type="pres">
      <dgm:prSet presAssocID="{169FA75A-41A2-42DD-900D-91311F6C4C44}" presName="root2" presStyleCnt="0"/>
      <dgm:spPr/>
    </dgm:pt>
    <dgm:pt modelId="{D68E8A56-535D-40CB-BA74-F95663019DA2}" type="pres">
      <dgm:prSet presAssocID="{169FA75A-41A2-42DD-900D-91311F6C4C44}" presName="LevelTwoTextNode" presStyleLbl="node3" presStyleIdx="4" presStyleCnt="10">
        <dgm:presLayoutVars>
          <dgm:chPref val="3"/>
        </dgm:presLayoutVars>
      </dgm:prSet>
      <dgm:spPr/>
    </dgm:pt>
    <dgm:pt modelId="{5DCA1FD0-8483-4E9D-AE13-8134B5D75CF2}" type="pres">
      <dgm:prSet presAssocID="{169FA75A-41A2-42DD-900D-91311F6C4C44}" presName="level3hierChild" presStyleCnt="0"/>
      <dgm:spPr/>
    </dgm:pt>
    <dgm:pt modelId="{F8BBAFDA-07D9-430F-B526-30614ED043EE}" type="pres">
      <dgm:prSet presAssocID="{81202E80-843E-460E-B6F3-0BE8DD3594D1}" presName="conn2-1" presStyleLbl="parChTrans1D3" presStyleIdx="5" presStyleCnt="10"/>
      <dgm:spPr/>
    </dgm:pt>
    <dgm:pt modelId="{3FF4FC99-D370-4FB7-962C-F91991594218}" type="pres">
      <dgm:prSet presAssocID="{81202E80-843E-460E-B6F3-0BE8DD3594D1}" presName="connTx" presStyleLbl="parChTrans1D3" presStyleIdx="5" presStyleCnt="10"/>
      <dgm:spPr/>
    </dgm:pt>
    <dgm:pt modelId="{EF46234F-B5DB-4D42-B27A-706C937ECD7D}" type="pres">
      <dgm:prSet presAssocID="{7B7C9B7D-F907-4F1B-ADD5-79FC261AB950}" presName="root2" presStyleCnt="0"/>
      <dgm:spPr/>
    </dgm:pt>
    <dgm:pt modelId="{8AB0E3E2-7B6A-4F3F-A097-DB47BB3F6329}" type="pres">
      <dgm:prSet presAssocID="{7B7C9B7D-F907-4F1B-ADD5-79FC261AB950}" presName="LevelTwoTextNode" presStyleLbl="node3" presStyleIdx="5" presStyleCnt="10">
        <dgm:presLayoutVars>
          <dgm:chPref val="3"/>
        </dgm:presLayoutVars>
      </dgm:prSet>
      <dgm:spPr/>
    </dgm:pt>
    <dgm:pt modelId="{39E7AAAF-070D-4188-9568-AD8C294D93C2}" type="pres">
      <dgm:prSet presAssocID="{7B7C9B7D-F907-4F1B-ADD5-79FC261AB950}" presName="level3hierChild" presStyleCnt="0"/>
      <dgm:spPr/>
    </dgm:pt>
    <dgm:pt modelId="{C8EE5838-3922-484D-8D45-8FDF5E7C0946}" type="pres">
      <dgm:prSet presAssocID="{D654052E-7573-4B8F-A3F1-F8CFDFF82DAD}" presName="conn2-1" presStyleLbl="parChTrans1D2" presStyleIdx="3" presStyleCnt="7"/>
      <dgm:spPr/>
    </dgm:pt>
    <dgm:pt modelId="{7A1D47F2-33CF-4C86-AC2F-5E8219CD8B8E}" type="pres">
      <dgm:prSet presAssocID="{D654052E-7573-4B8F-A3F1-F8CFDFF82DAD}" presName="connTx" presStyleLbl="parChTrans1D2" presStyleIdx="3" presStyleCnt="7"/>
      <dgm:spPr/>
    </dgm:pt>
    <dgm:pt modelId="{A74B7A64-941A-487B-A703-ECB585A404F9}" type="pres">
      <dgm:prSet presAssocID="{F1318A38-E729-4B55-9DA0-6BB2ED299028}" presName="root2" presStyleCnt="0"/>
      <dgm:spPr/>
    </dgm:pt>
    <dgm:pt modelId="{7611B56D-21DD-4C0E-A9F8-70734F4E464B}" type="pres">
      <dgm:prSet presAssocID="{F1318A38-E729-4B55-9DA0-6BB2ED299028}" presName="LevelTwoTextNode" presStyleLbl="node2" presStyleIdx="3" presStyleCnt="7">
        <dgm:presLayoutVars>
          <dgm:chPref val="3"/>
        </dgm:presLayoutVars>
      </dgm:prSet>
      <dgm:spPr/>
    </dgm:pt>
    <dgm:pt modelId="{711A93BD-DC4B-402A-BA66-CAF392225CFF}" type="pres">
      <dgm:prSet presAssocID="{F1318A38-E729-4B55-9DA0-6BB2ED299028}" presName="level3hierChild" presStyleCnt="0"/>
      <dgm:spPr/>
    </dgm:pt>
    <dgm:pt modelId="{A0A3DC66-9F0B-4A90-8BC0-1B91B9EC4303}" type="pres">
      <dgm:prSet presAssocID="{06C2D953-A46B-48D1-9BD2-4C076AFB054E}" presName="conn2-1" presStyleLbl="parChTrans1D3" presStyleIdx="6" presStyleCnt="10"/>
      <dgm:spPr/>
    </dgm:pt>
    <dgm:pt modelId="{73594567-1F64-4362-9583-58AB575C8D23}" type="pres">
      <dgm:prSet presAssocID="{06C2D953-A46B-48D1-9BD2-4C076AFB054E}" presName="connTx" presStyleLbl="parChTrans1D3" presStyleIdx="6" presStyleCnt="10"/>
      <dgm:spPr/>
    </dgm:pt>
    <dgm:pt modelId="{E139E1D2-F363-4936-AA69-84FA3E0F69FF}" type="pres">
      <dgm:prSet presAssocID="{5E3DBB2A-D82C-43D7-BAEF-25B7C0EF0957}" presName="root2" presStyleCnt="0"/>
      <dgm:spPr/>
    </dgm:pt>
    <dgm:pt modelId="{F16D576B-15A8-44F4-898D-E051C38F5A34}" type="pres">
      <dgm:prSet presAssocID="{5E3DBB2A-D82C-43D7-BAEF-25B7C0EF0957}" presName="LevelTwoTextNode" presStyleLbl="node3" presStyleIdx="6" presStyleCnt="10">
        <dgm:presLayoutVars>
          <dgm:chPref val="3"/>
        </dgm:presLayoutVars>
      </dgm:prSet>
      <dgm:spPr/>
    </dgm:pt>
    <dgm:pt modelId="{BFF8473F-EADC-459F-98C7-0481B8435A05}" type="pres">
      <dgm:prSet presAssocID="{5E3DBB2A-D82C-43D7-BAEF-25B7C0EF0957}" presName="level3hierChild" presStyleCnt="0"/>
      <dgm:spPr/>
    </dgm:pt>
    <dgm:pt modelId="{09C2F550-B8E8-4964-B645-EE46655EBE0A}" type="pres">
      <dgm:prSet presAssocID="{66091654-9A09-4015-9B5B-4FEF26A4CD1C}" presName="root1" presStyleCnt="0"/>
      <dgm:spPr/>
    </dgm:pt>
    <dgm:pt modelId="{5AEEE219-FCCD-45F8-A326-E6CED529452F}" type="pres">
      <dgm:prSet presAssocID="{66091654-9A09-4015-9B5B-4FEF26A4CD1C}" presName="LevelOneTextNode" presStyleLbl="node0" presStyleIdx="3" presStyleCnt="5">
        <dgm:presLayoutVars>
          <dgm:chPref val="3"/>
        </dgm:presLayoutVars>
      </dgm:prSet>
      <dgm:spPr/>
    </dgm:pt>
    <dgm:pt modelId="{A892B7BD-192B-4604-8A78-D86916591C90}" type="pres">
      <dgm:prSet presAssocID="{66091654-9A09-4015-9B5B-4FEF26A4CD1C}" presName="level2hierChild" presStyleCnt="0"/>
      <dgm:spPr/>
    </dgm:pt>
    <dgm:pt modelId="{3C943A94-2CB3-481D-9358-4763B5FE133A}" type="pres">
      <dgm:prSet presAssocID="{E2B616D3-7D2B-4825-A7BD-011B019FEFDE}" presName="conn2-1" presStyleLbl="parChTrans1D2" presStyleIdx="4" presStyleCnt="7"/>
      <dgm:spPr/>
    </dgm:pt>
    <dgm:pt modelId="{F76011E4-8DAA-434A-AC90-91B6AF415CA0}" type="pres">
      <dgm:prSet presAssocID="{E2B616D3-7D2B-4825-A7BD-011B019FEFDE}" presName="connTx" presStyleLbl="parChTrans1D2" presStyleIdx="4" presStyleCnt="7"/>
      <dgm:spPr/>
    </dgm:pt>
    <dgm:pt modelId="{06ADFE36-A456-46AA-B657-465ABFA62A1C}" type="pres">
      <dgm:prSet presAssocID="{3AF13CCA-E192-44AB-98B1-9ABC09BFAD5F}" presName="root2" presStyleCnt="0"/>
      <dgm:spPr/>
    </dgm:pt>
    <dgm:pt modelId="{536DA53B-AD0A-47E6-ACC6-128AEA4B2B9A}" type="pres">
      <dgm:prSet presAssocID="{3AF13CCA-E192-44AB-98B1-9ABC09BFAD5F}" presName="LevelTwoTextNode" presStyleLbl="node2" presStyleIdx="4" presStyleCnt="7">
        <dgm:presLayoutVars>
          <dgm:chPref val="3"/>
        </dgm:presLayoutVars>
      </dgm:prSet>
      <dgm:spPr/>
    </dgm:pt>
    <dgm:pt modelId="{A91EAD28-6447-459C-9089-ED0F446BA327}" type="pres">
      <dgm:prSet presAssocID="{3AF13CCA-E192-44AB-98B1-9ABC09BFAD5F}" presName="level3hierChild" presStyleCnt="0"/>
      <dgm:spPr/>
    </dgm:pt>
    <dgm:pt modelId="{60B78C97-15BA-4B85-B664-BB853F7E01D1}" type="pres">
      <dgm:prSet presAssocID="{101802B3-AFCD-48AB-ACAE-8078D512A061}" presName="conn2-1" presStyleLbl="parChTrans1D3" presStyleIdx="7" presStyleCnt="10"/>
      <dgm:spPr/>
    </dgm:pt>
    <dgm:pt modelId="{447D6B06-D016-4361-B944-D184DAA8FE12}" type="pres">
      <dgm:prSet presAssocID="{101802B3-AFCD-48AB-ACAE-8078D512A061}" presName="connTx" presStyleLbl="parChTrans1D3" presStyleIdx="7" presStyleCnt="10"/>
      <dgm:spPr/>
    </dgm:pt>
    <dgm:pt modelId="{6722C088-2F5D-4220-9411-08982EE1BEBE}" type="pres">
      <dgm:prSet presAssocID="{6EDF7BA6-AB1B-4201-9F41-D08A3CC2B0C0}" presName="root2" presStyleCnt="0"/>
      <dgm:spPr/>
    </dgm:pt>
    <dgm:pt modelId="{119E3FC0-84CF-4C6E-BB8E-E3A8122F9CF2}" type="pres">
      <dgm:prSet presAssocID="{6EDF7BA6-AB1B-4201-9F41-D08A3CC2B0C0}" presName="LevelTwoTextNode" presStyleLbl="node3" presStyleIdx="7" presStyleCnt="10">
        <dgm:presLayoutVars>
          <dgm:chPref val="3"/>
        </dgm:presLayoutVars>
      </dgm:prSet>
      <dgm:spPr/>
    </dgm:pt>
    <dgm:pt modelId="{37B8C67B-85EF-452A-A029-769D6B055F51}" type="pres">
      <dgm:prSet presAssocID="{6EDF7BA6-AB1B-4201-9F41-D08A3CC2B0C0}" presName="level3hierChild" presStyleCnt="0"/>
      <dgm:spPr/>
    </dgm:pt>
    <dgm:pt modelId="{8A53420D-F234-4FA6-B574-3503D61C74D6}" type="pres">
      <dgm:prSet presAssocID="{8826F40C-91A2-4B4F-8493-776CEA773F3D}" presName="conn2-1" presStyleLbl="parChTrans1D3" presStyleIdx="8" presStyleCnt="10"/>
      <dgm:spPr/>
    </dgm:pt>
    <dgm:pt modelId="{DC50E894-B24B-46A3-87C4-719F09641DAB}" type="pres">
      <dgm:prSet presAssocID="{8826F40C-91A2-4B4F-8493-776CEA773F3D}" presName="connTx" presStyleLbl="parChTrans1D3" presStyleIdx="8" presStyleCnt="10"/>
      <dgm:spPr/>
    </dgm:pt>
    <dgm:pt modelId="{43320E62-10E8-41B7-9285-39B89A6B2013}" type="pres">
      <dgm:prSet presAssocID="{DC5D67D2-578C-46E4-B9CB-887320FC9423}" presName="root2" presStyleCnt="0"/>
      <dgm:spPr/>
    </dgm:pt>
    <dgm:pt modelId="{B15339C1-AD38-41EA-86B9-51CAEE7FEDF0}" type="pres">
      <dgm:prSet presAssocID="{DC5D67D2-578C-46E4-B9CB-887320FC9423}" presName="LevelTwoTextNode" presStyleLbl="node3" presStyleIdx="8" presStyleCnt="10">
        <dgm:presLayoutVars>
          <dgm:chPref val="3"/>
        </dgm:presLayoutVars>
      </dgm:prSet>
      <dgm:spPr/>
    </dgm:pt>
    <dgm:pt modelId="{F891F59F-A92D-4ACE-B29D-E271CFF896D1}" type="pres">
      <dgm:prSet presAssocID="{DC5D67D2-578C-46E4-B9CB-887320FC9423}" presName="level3hierChild" presStyleCnt="0"/>
      <dgm:spPr/>
    </dgm:pt>
    <dgm:pt modelId="{CE7D95C8-6E73-4DCF-9AC1-847E590ABAF1}" type="pres">
      <dgm:prSet presAssocID="{77341D96-291B-448B-9979-800738A86E8F}" presName="conn2-1" presStyleLbl="parChTrans1D2" presStyleIdx="5" presStyleCnt="7"/>
      <dgm:spPr/>
    </dgm:pt>
    <dgm:pt modelId="{7D0943B4-17F0-41C5-A392-1BCEDA078AA6}" type="pres">
      <dgm:prSet presAssocID="{77341D96-291B-448B-9979-800738A86E8F}" presName="connTx" presStyleLbl="parChTrans1D2" presStyleIdx="5" presStyleCnt="7"/>
      <dgm:spPr/>
    </dgm:pt>
    <dgm:pt modelId="{06055E50-E542-44D0-BC52-87C9DF71BC96}" type="pres">
      <dgm:prSet presAssocID="{1C6A95FB-5115-4715-8A7D-F0306150ABBB}" presName="root2" presStyleCnt="0"/>
      <dgm:spPr/>
    </dgm:pt>
    <dgm:pt modelId="{3EE27BA3-0B22-440A-B8B7-5F7706271600}" type="pres">
      <dgm:prSet presAssocID="{1C6A95FB-5115-4715-8A7D-F0306150ABBB}" presName="LevelTwoTextNode" presStyleLbl="node2" presStyleIdx="5" presStyleCnt="7">
        <dgm:presLayoutVars>
          <dgm:chPref val="3"/>
        </dgm:presLayoutVars>
      </dgm:prSet>
      <dgm:spPr/>
    </dgm:pt>
    <dgm:pt modelId="{032CAAD6-0ED2-45CD-A462-7936FC0EA234}" type="pres">
      <dgm:prSet presAssocID="{1C6A95FB-5115-4715-8A7D-F0306150ABBB}" presName="level3hierChild" presStyleCnt="0"/>
      <dgm:spPr/>
    </dgm:pt>
    <dgm:pt modelId="{BD730D8A-157E-42C6-A2A2-318290B317B9}" type="pres">
      <dgm:prSet presAssocID="{929FF8F4-D84E-48DA-9FBB-E837ED2C600E}" presName="conn2-1" presStyleLbl="parChTrans1D3" presStyleIdx="9" presStyleCnt="10"/>
      <dgm:spPr/>
    </dgm:pt>
    <dgm:pt modelId="{B16C37BF-0E77-4E1A-92FB-4367A134DDED}" type="pres">
      <dgm:prSet presAssocID="{929FF8F4-D84E-48DA-9FBB-E837ED2C600E}" presName="connTx" presStyleLbl="parChTrans1D3" presStyleIdx="9" presStyleCnt="10"/>
      <dgm:spPr/>
    </dgm:pt>
    <dgm:pt modelId="{EBA61489-A47F-4D87-A2A1-DEFD16EDA45C}" type="pres">
      <dgm:prSet presAssocID="{E50F1A97-04B3-45AB-AC7D-B860824E3DD7}" presName="root2" presStyleCnt="0"/>
      <dgm:spPr/>
    </dgm:pt>
    <dgm:pt modelId="{93AF6A10-BE5F-47E0-BDD7-2CA7F811ED3E}" type="pres">
      <dgm:prSet presAssocID="{E50F1A97-04B3-45AB-AC7D-B860824E3DD7}" presName="LevelTwoTextNode" presStyleLbl="node3" presStyleIdx="9" presStyleCnt="10">
        <dgm:presLayoutVars>
          <dgm:chPref val="3"/>
        </dgm:presLayoutVars>
      </dgm:prSet>
      <dgm:spPr/>
    </dgm:pt>
    <dgm:pt modelId="{85FA2436-02B7-4BE2-99C3-5DAF272C86EB}" type="pres">
      <dgm:prSet presAssocID="{E50F1A97-04B3-45AB-AC7D-B860824E3DD7}" presName="level3hierChild" presStyleCnt="0"/>
      <dgm:spPr/>
    </dgm:pt>
    <dgm:pt modelId="{E1F3DC16-DF9B-4BAE-B185-1B0A2C9A3860}" type="pres">
      <dgm:prSet presAssocID="{3D2BFEED-6C7C-40FC-BB9C-E216445E16CB}" presName="root1" presStyleCnt="0"/>
      <dgm:spPr/>
    </dgm:pt>
    <dgm:pt modelId="{63E51ACC-51A7-4257-A5FA-2776195B1B47}" type="pres">
      <dgm:prSet presAssocID="{3D2BFEED-6C7C-40FC-BB9C-E216445E16CB}" presName="LevelOneTextNode" presStyleLbl="node0" presStyleIdx="4" presStyleCnt="5">
        <dgm:presLayoutVars>
          <dgm:chPref val="3"/>
        </dgm:presLayoutVars>
      </dgm:prSet>
      <dgm:spPr/>
    </dgm:pt>
    <dgm:pt modelId="{FF16D7A7-3225-4E14-A5C9-B42712DA49FB}" type="pres">
      <dgm:prSet presAssocID="{3D2BFEED-6C7C-40FC-BB9C-E216445E16CB}" presName="level2hierChild" presStyleCnt="0"/>
      <dgm:spPr/>
    </dgm:pt>
    <dgm:pt modelId="{20726EB9-413F-4AD1-9292-74A0BC32633F}" type="pres">
      <dgm:prSet presAssocID="{AD9E0253-C66D-44DC-A962-81D609345854}" presName="conn2-1" presStyleLbl="parChTrans1D2" presStyleIdx="6" presStyleCnt="7"/>
      <dgm:spPr/>
    </dgm:pt>
    <dgm:pt modelId="{8CDF9C46-8EAC-449F-B67A-B0249DC637D0}" type="pres">
      <dgm:prSet presAssocID="{AD9E0253-C66D-44DC-A962-81D609345854}" presName="connTx" presStyleLbl="parChTrans1D2" presStyleIdx="6" presStyleCnt="7"/>
      <dgm:spPr/>
    </dgm:pt>
    <dgm:pt modelId="{9775E2E7-9AA0-4E5A-8216-D140166EF0CB}" type="pres">
      <dgm:prSet presAssocID="{E128E13E-D0C9-4A1E-8166-1558E3A52780}" presName="root2" presStyleCnt="0"/>
      <dgm:spPr/>
    </dgm:pt>
    <dgm:pt modelId="{8146D087-6800-4D0E-9E74-08F483BE8C1A}" type="pres">
      <dgm:prSet presAssocID="{E128E13E-D0C9-4A1E-8166-1558E3A52780}" presName="LevelTwoTextNode" presStyleLbl="node2" presStyleIdx="6" presStyleCnt="7">
        <dgm:presLayoutVars>
          <dgm:chPref val="3"/>
        </dgm:presLayoutVars>
      </dgm:prSet>
      <dgm:spPr/>
    </dgm:pt>
    <dgm:pt modelId="{D6E80500-D3F9-429E-B27E-9BB925986BB3}" type="pres">
      <dgm:prSet presAssocID="{E128E13E-D0C9-4A1E-8166-1558E3A52780}" presName="level3hierChild" presStyleCnt="0"/>
      <dgm:spPr/>
    </dgm:pt>
  </dgm:ptLst>
  <dgm:cxnLst>
    <dgm:cxn modelId="{8B0D2002-4CFE-4E73-A4BB-27DEFED409F7}" type="presOf" srcId="{DF68A866-E072-4659-82CD-BEC45A2A2185}" destId="{C52A81F3-F435-4C97-A74E-873A6467CFCF}" srcOrd="0" destOrd="0" presId="urn:microsoft.com/office/officeart/2005/8/layout/hierarchy2"/>
    <dgm:cxn modelId="{36708802-A254-484F-BE3F-A24D0C0891AE}" srcId="{F1318A38-E729-4B55-9DA0-6BB2ED299028}" destId="{5E3DBB2A-D82C-43D7-BAEF-25B7C0EF0957}" srcOrd="0" destOrd="0" parTransId="{06C2D953-A46B-48D1-9BD2-4C076AFB054E}" sibTransId="{C6C79AED-07E9-4404-AB84-41709CD1E1A6}"/>
    <dgm:cxn modelId="{271EC70E-C8B2-426F-AC57-6D635CDD16EF}" type="presOf" srcId="{E2B616D3-7D2B-4825-A7BD-011B019FEFDE}" destId="{3C943A94-2CB3-481D-9358-4763B5FE133A}" srcOrd="0" destOrd="0" presId="urn:microsoft.com/office/officeart/2005/8/layout/hierarchy2"/>
    <dgm:cxn modelId="{62955B11-C431-48EB-BEAB-A2582A6210A6}" srcId="{3D2BFEED-6C7C-40FC-BB9C-E216445E16CB}" destId="{E128E13E-D0C9-4A1E-8166-1558E3A52780}" srcOrd="0" destOrd="0" parTransId="{AD9E0253-C66D-44DC-A962-81D609345854}" sibTransId="{0996D122-1A63-4E49-BEDD-10A0A3F08021}"/>
    <dgm:cxn modelId="{AFADB314-DF98-45CC-8F2A-042A13D91B4A}" type="presOf" srcId="{110DC9C8-C351-4FBE-9246-258F6DBA0F31}" destId="{0A2DEED4-5FFE-49EE-8BD8-BADE0E6A0493}" srcOrd="0" destOrd="0" presId="urn:microsoft.com/office/officeart/2005/8/layout/hierarchy2"/>
    <dgm:cxn modelId="{C53A4C19-82A6-476C-B672-AFBAC7DAE563}" srcId="{E314B954-4A6D-4714-BAA6-BFFC42DBBD26}" destId="{7B7C9B7D-F907-4F1B-ADD5-79FC261AB950}" srcOrd="1" destOrd="0" parTransId="{81202E80-843E-460E-B6F3-0BE8DD3594D1}" sibTransId="{F343CFD1-A59E-4393-9FEE-2C84AEAE64B2}"/>
    <dgm:cxn modelId="{F0F9F41B-B3F0-4E7A-86A1-8D87026B9DB3}" type="presOf" srcId="{8826F40C-91A2-4B4F-8493-776CEA773F3D}" destId="{8A53420D-F234-4FA6-B574-3503D61C74D6}" srcOrd="0" destOrd="0" presId="urn:microsoft.com/office/officeart/2005/8/layout/hierarchy2"/>
    <dgm:cxn modelId="{EB8ADA1E-AF31-489E-AB92-910FED5A3500}" type="presOf" srcId="{3AF13CCA-E192-44AB-98B1-9ABC09BFAD5F}" destId="{536DA53B-AD0A-47E6-ACC6-128AEA4B2B9A}" srcOrd="0" destOrd="0" presId="urn:microsoft.com/office/officeart/2005/8/layout/hierarchy2"/>
    <dgm:cxn modelId="{8A29FE1E-9FE6-4EAC-A318-BE8ED3E369DA}" type="presOf" srcId="{861E3B52-A242-4A78-A3C4-EBB7E38D0F20}" destId="{A8EF0A3B-0394-4253-8DB2-900BC40DBC1E}" srcOrd="0" destOrd="0" presId="urn:microsoft.com/office/officeart/2005/8/layout/hierarchy2"/>
    <dgm:cxn modelId="{2E9BEC28-32B2-4C2B-A217-A2D2B3469C2E}" type="presOf" srcId="{F1318A38-E729-4B55-9DA0-6BB2ED299028}" destId="{7611B56D-21DD-4C0E-A9F8-70734F4E464B}" srcOrd="0" destOrd="0" presId="urn:microsoft.com/office/officeart/2005/8/layout/hierarchy2"/>
    <dgm:cxn modelId="{B1E0252C-3283-406D-A8DE-3690D0EB8ED9}" type="presOf" srcId="{BAFD320B-B56C-4719-A3A3-80506D5787EE}" destId="{DD3EA83C-DE54-4CB8-9EF9-AE9D9C530059}" srcOrd="1" destOrd="0" presId="urn:microsoft.com/office/officeart/2005/8/layout/hierarchy2"/>
    <dgm:cxn modelId="{6D16D22E-7B41-4D46-B0C7-EAE4ED244155}" type="presOf" srcId="{101802B3-AFCD-48AB-ACAE-8078D512A061}" destId="{60B78C97-15BA-4B85-B664-BB853F7E01D1}" srcOrd="0" destOrd="0" presId="urn:microsoft.com/office/officeart/2005/8/layout/hierarchy2"/>
    <dgm:cxn modelId="{A58A7B2F-AF03-4E11-AA4C-9990EE23E9D3}" type="presOf" srcId="{E50F1A97-04B3-45AB-AC7D-B860824E3DD7}" destId="{93AF6A10-BE5F-47E0-BDD7-2CA7F811ED3E}" srcOrd="0" destOrd="0" presId="urn:microsoft.com/office/officeart/2005/8/layout/hierarchy2"/>
    <dgm:cxn modelId="{241FD42F-C1C1-494E-83C0-191B54B93923}" type="presOf" srcId="{2C0CA15A-3198-4865-84FB-8844A8F268A1}" destId="{5155EDC1-200F-4C15-B561-CC3A82193937}" srcOrd="1" destOrd="0" presId="urn:microsoft.com/office/officeart/2005/8/layout/hierarchy2"/>
    <dgm:cxn modelId="{85A98133-11EB-46F9-A5FE-E617EEE92BED}" type="presOf" srcId="{DABC87C9-20D4-48F9-95F8-0C6C44265B86}" destId="{223E146C-54EF-4263-9928-DD820B228B60}" srcOrd="1" destOrd="0" presId="urn:microsoft.com/office/officeart/2005/8/layout/hierarchy2"/>
    <dgm:cxn modelId="{DD8C643F-8DEA-448A-BDD7-3681EECE3A09}" type="presOf" srcId="{7B7C9B7D-F907-4F1B-ADD5-79FC261AB950}" destId="{8AB0E3E2-7B6A-4F3F-A097-DB47BB3F6329}" srcOrd="0" destOrd="0" presId="urn:microsoft.com/office/officeart/2005/8/layout/hierarchy2"/>
    <dgm:cxn modelId="{0A648E3F-1B3E-4A12-8949-E514F9E790A4}" srcId="{D72A13E7-2750-4710-86B6-DAB9ECE07454}" destId="{34324795-E71A-49AA-ACF2-90C5E8258370}" srcOrd="2" destOrd="0" parTransId="{553BCCA2-C49A-4056-BB8F-38F260B921A8}" sibTransId="{65AE8605-846F-425C-B74B-8B3596AF7438}"/>
    <dgm:cxn modelId="{4B77E15C-1045-402C-BCAB-AC18B5A1A5F2}" srcId="{2647378B-A017-4873-B803-B0D50BAC65DD}" destId="{110DC9C8-C351-4FBE-9246-258F6DBA0F31}" srcOrd="2" destOrd="0" parTransId="{46EB6B8C-E0A1-49A9-9AC9-67CD19D32CF1}" sibTransId="{B762FF11-205C-4F55-A6EB-AEF47D46272B}"/>
    <dgm:cxn modelId="{48B7E360-21A6-41E1-8011-7C6B70424C00}" type="presOf" srcId="{3D2BFEED-6C7C-40FC-BB9C-E216445E16CB}" destId="{63E51ACC-51A7-4257-A5FA-2776195B1B47}" srcOrd="0" destOrd="0" presId="urn:microsoft.com/office/officeart/2005/8/layout/hierarchy2"/>
    <dgm:cxn modelId="{EF3BC761-5CFB-486B-B076-78E5A1EF1220}" type="presOf" srcId="{5E3DBB2A-D82C-43D7-BAEF-25B7C0EF0957}" destId="{F16D576B-15A8-44F4-898D-E051C38F5A34}" srcOrd="0" destOrd="0" presId="urn:microsoft.com/office/officeart/2005/8/layout/hierarchy2"/>
    <dgm:cxn modelId="{DE0F0943-2CCA-4B5A-B420-9F221733CFB4}" type="presOf" srcId="{2529CEE9-6863-4B95-9D7B-43D5214884E0}" destId="{2D1719C8-AD34-4AF9-9C36-58F47D24D71D}" srcOrd="1" destOrd="0" presId="urn:microsoft.com/office/officeart/2005/8/layout/hierarchy2"/>
    <dgm:cxn modelId="{66E08F43-F884-481E-9432-21ABF722D02B}" srcId="{34324795-E71A-49AA-ACF2-90C5E8258370}" destId="{F1318A38-E729-4B55-9DA0-6BB2ED299028}" srcOrd="1" destOrd="0" parTransId="{D654052E-7573-4B8F-A3F1-F8CFDFF82DAD}" sibTransId="{259847E9-86E6-45DA-BC6E-CD13E7A1CE2A}"/>
    <dgm:cxn modelId="{21BD1545-A25E-44E9-8237-F988AAC2D54C}" type="presOf" srcId="{BAFD320B-B56C-4719-A3A3-80506D5787EE}" destId="{873993D8-DD99-43CA-8724-E2EBC3708C66}" srcOrd="0" destOrd="0" presId="urn:microsoft.com/office/officeart/2005/8/layout/hierarchy2"/>
    <dgm:cxn modelId="{60E63F45-AD31-4C80-8FBC-A3FBE07E1E8B}" srcId="{3AF13CCA-E192-44AB-98B1-9ABC09BFAD5F}" destId="{6EDF7BA6-AB1B-4201-9F41-D08A3CC2B0C0}" srcOrd="0" destOrd="0" parTransId="{101802B3-AFCD-48AB-ACAE-8078D512A061}" sibTransId="{35BC5447-05B7-4A72-AF40-0833A968CBEE}"/>
    <dgm:cxn modelId="{966C5449-BF24-44A6-BD8C-EB78320666F8}" type="presOf" srcId="{929FF8F4-D84E-48DA-9FBB-E837ED2C600E}" destId="{B16C37BF-0E77-4E1A-92FB-4367A134DDED}" srcOrd="1" destOrd="0" presId="urn:microsoft.com/office/officeart/2005/8/layout/hierarchy2"/>
    <dgm:cxn modelId="{35694C4B-8714-4339-A625-42C805F15D4A}" type="presOf" srcId="{46EB6B8C-E0A1-49A9-9AC9-67CD19D32CF1}" destId="{F8D7B0B7-AE6F-4987-881F-7DCB82152520}" srcOrd="1" destOrd="0" presId="urn:microsoft.com/office/officeart/2005/8/layout/hierarchy2"/>
    <dgm:cxn modelId="{B775D84E-71F5-48FA-BC93-83151E218C33}" type="presOf" srcId="{929FF8F4-D84E-48DA-9FBB-E837ED2C600E}" destId="{BD730D8A-157E-42C6-A2A2-318290B317B9}" srcOrd="0" destOrd="0" presId="urn:microsoft.com/office/officeart/2005/8/layout/hierarchy2"/>
    <dgm:cxn modelId="{B3901350-8224-4EB4-ADB3-7C539A6D1B49}" type="presOf" srcId="{2529CEE9-6863-4B95-9D7B-43D5214884E0}" destId="{9BEFFEDD-A108-4C44-8912-65B4518F8C72}" srcOrd="0" destOrd="0" presId="urn:microsoft.com/office/officeart/2005/8/layout/hierarchy2"/>
    <dgm:cxn modelId="{F2E43B51-14EA-4819-9A32-44A2681D754B}" srcId="{2647378B-A017-4873-B803-B0D50BAC65DD}" destId="{78FDF9EF-5A72-4B81-9762-6CD8E203DAEE}" srcOrd="1" destOrd="0" parTransId="{209D3331-84BD-4DA8-B25B-2A6CDAF21C6D}" sibTransId="{68E1D1B5-9C66-4C05-9CFE-4BAFA167F05C}"/>
    <dgm:cxn modelId="{4AF24E72-4B13-4617-880A-7654DE2AC958}" type="presOf" srcId="{78FDF9EF-5A72-4B81-9762-6CD8E203DAEE}" destId="{931214B0-6B68-4AA2-916E-70EA9EAAB5EA}" srcOrd="0" destOrd="0" presId="urn:microsoft.com/office/officeart/2005/8/layout/hierarchy2"/>
    <dgm:cxn modelId="{8027AE72-474D-400E-BE5B-E5B176DAE901}" type="presOf" srcId="{209D3331-84BD-4DA8-B25B-2A6CDAF21C6D}" destId="{D4618DDD-0A6E-48FA-9B66-B1D2F87552CD}" srcOrd="0" destOrd="0" presId="urn:microsoft.com/office/officeart/2005/8/layout/hierarchy2"/>
    <dgm:cxn modelId="{8E200973-70C3-4D2E-970E-133ED8B56ECC}" type="presOf" srcId="{34324795-E71A-49AA-ACF2-90C5E8258370}" destId="{72A7FD9D-9280-40BD-9059-19DDFBFFA4A1}" srcOrd="0" destOrd="0" presId="urn:microsoft.com/office/officeart/2005/8/layout/hierarchy2"/>
    <dgm:cxn modelId="{C9352755-9799-4A10-AD5A-A0DA25E10E77}" type="presOf" srcId="{46EB6B8C-E0A1-49A9-9AC9-67CD19D32CF1}" destId="{6D8D8867-2E17-4149-855A-73DAE93B31B8}" srcOrd="0" destOrd="0" presId="urn:microsoft.com/office/officeart/2005/8/layout/hierarchy2"/>
    <dgm:cxn modelId="{48A2FD55-F87F-425E-93E7-F8C1A675128F}" type="presOf" srcId="{AD9E0253-C66D-44DC-A962-81D609345854}" destId="{20726EB9-413F-4AD1-9292-74A0BC32633F}" srcOrd="0" destOrd="0" presId="urn:microsoft.com/office/officeart/2005/8/layout/hierarchy2"/>
    <dgm:cxn modelId="{9AC96D76-43E2-4775-9A42-80608CAA84CE}" srcId="{3FE4BBE9-848E-4EBE-90E4-39506AF9D141}" destId="{2647378B-A017-4873-B803-B0D50BAC65DD}" srcOrd="0" destOrd="0" parTransId="{BAFD320B-B56C-4719-A3A3-80506D5787EE}" sibTransId="{88FC038B-F5BB-44A9-81B8-E295821AF28C}"/>
    <dgm:cxn modelId="{B0FD1B59-EB27-4690-83EB-C520EF77C230}" type="presOf" srcId="{06C2D953-A46B-48D1-9BD2-4C076AFB054E}" destId="{73594567-1F64-4362-9583-58AB575C8D23}" srcOrd="1" destOrd="0" presId="urn:microsoft.com/office/officeart/2005/8/layout/hierarchy2"/>
    <dgm:cxn modelId="{FA8EEF59-D134-424C-B1BD-CB1229CDE6EF}" srcId="{1C6A95FB-5115-4715-8A7D-F0306150ABBB}" destId="{E50F1A97-04B3-45AB-AC7D-B860824E3DD7}" srcOrd="0" destOrd="0" parTransId="{929FF8F4-D84E-48DA-9FBB-E837ED2C600E}" sibTransId="{CD6AF508-5318-4B13-9A72-61805403C3E3}"/>
    <dgm:cxn modelId="{7ED2E47A-5CD3-4131-A71A-BAC71C733CA7}" srcId="{D72A13E7-2750-4710-86B6-DAB9ECE07454}" destId="{3D2BFEED-6C7C-40FC-BB9C-E216445E16CB}" srcOrd="4" destOrd="0" parTransId="{5F4E4E48-2D15-44D4-B355-4B66FEB16FA8}" sibTransId="{1D59CB8C-4E92-4E8D-9952-BAF74F4BE72A}"/>
    <dgm:cxn modelId="{A6DC477F-D0B4-4FC2-87B7-2967DB439C4A}" type="presOf" srcId="{81202E80-843E-460E-B6F3-0BE8DD3594D1}" destId="{F8BBAFDA-07D9-430F-B526-30614ED043EE}" srcOrd="0" destOrd="0" presId="urn:microsoft.com/office/officeart/2005/8/layout/hierarchy2"/>
    <dgm:cxn modelId="{29A2997F-6669-4115-9556-DAB03A034AB7}" type="presOf" srcId="{77341D96-291B-448B-9979-800738A86E8F}" destId="{CE7D95C8-6E73-4DCF-9AC1-847E590ABAF1}" srcOrd="0" destOrd="0" presId="urn:microsoft.com/office/officeart/2005/8/layout/hierarchy2"/>
    <dgm:cxn modelId="{07DC6583-18FE-4434-9DEB-3380C12470C7}" type="presOf" srcId="{AD9E0253-C66D-44DC-A962-81D609345854}" destId="{8CDF9C46-8EAC-449F-B67A-B0249DC637D0}" srcOrd="1" destOrd="0" presId="urn:microsoft.com/office/officeart/2005/8/layout/hierarchy2"/>
    <dgm:cxn modelId="{5041D986-C401-4FA5-A368-E4E4241A1B73}" type="presOf" srcId="{101802B3-AFCD-48AB-ACAE-8078D512A061}" destId="{447D6B06-D016-4361-B944-D184DAA8FE12}" srcOrd="1" destOrd="0" presId="urn:microsoft.com/office/officeart/2005/8/layout/hierarchy2"/>
    <dgm:cxn modelId="{AED2A289-E415-416D-89EA-3B708AEE87CD}" type="presOf" srcId="{B849500C-E646-407E-8DFA-623AED775F01}" destId="{ED8D9510-47C9-4C3A-BED8-B9D49E2E5470}" srcOrd="1" destOrd="0" presId="urn:microsoft.com/office/officeart/2005/8/layout/hierarchy2"/>
    <dgm:cxn modelId="{E4CA3E8B-FF99-4EE1-B441-FE77C40AF6D4}" type="presOf" srcId="{D72A13E7-2750-4710-86B6-DAB9ECE07454}" destId="{2C91BC23-EDAF-4B01-99F3-1BB86A28AC36}" srcOrd="0" destOrd="0" presId="urn:microsoft.com/office/officeart/2005/8/layout/hierarchy2"/>
    <dgm:cxn modelId="{E5A1FA90-6576-4178-9E24-3FB709A3C578}" srcId="{EEF5F912-BA30-4571-A001-6DE4C33B86BD}" destId="{DF68A866-E072-4659-82CD-BEC45A2A2185}" srcOrd="0" destOrd="0" parTransId="{2529CEE9-6863-4B95-9D7B-43D5214884E0}" sibTransId="{277E4C56-A5BA-4816-90BE-D1BBB182710B}"/>
    <dgm:cxn modelId="{F2C54692-805A-40C5-8E27-F8CFB02471EF}" srcId="{34324795-E71A-49AA-ACF2-90C5E8258370}" destId="{E314B954-4A6D-4714-BAA6-BFFC42DBBD26}" srcOrd="0" destOrd="0" parTransId="{B849500C-E646-407E-8DFA-623AED775F01}" sibTransId="{2F164023-45C9-4359-8D3D-01A9FC2015FE}"/>
    <dgm:cxn modelId="{62363394-490D-4AA2-930F-1B60C57B23C0}" type="presOf" srcId="{81202E80-843E-460E-B6F3-0BE8DD3594D1}" destId="{3FF4FC99-D370-4FB7-962C-F91991594218}" srcOrd="1" destOrd="0" presId="urn:microsoft.com/office/officeart/2005/8/layout/hierarchy2"/>
    <dgm:cxn modelId="{2B7E0F99-4630-4070-83E5-327240D8AB52}" type="presOf" srcId="{3FE4BBE9-848E-4EBE-90E4-39506AF9D141}" destId="{0DCDCCCC-F7C2-4F71-93F6-CB787925D8B9}" srcOrd="0" destOrd="0" presId="urn:microsoft.com/office/officeart/2005/8/layout/hierarchy2"/>
    <dgm:cxn modelId="{54CE2E9A-FF62-4AAD-B116-D2592CBF4B7A}" srcId="{2647378B-A017-4873-B803-B0D50BAC65DD}" destId="{DC6B323C-AEC1-4730-A4AD-5D5CB362007F}" srcOrd="0" destOrd="0" parTransId="{2C0CA15A-3198-4865-84FB-8844A8F268A1}" sibTransId="{4B80D0B7-11B2-4A5F-AC25-52267CC4BD98}"/>
    <dgm:cxn modelId="{631CB59E-751B-4123-8C0B-8DB5B1C1F91F}" srcId="{D72A13E7-2750-4710-86B6-DAB9ECE07454}" destId="{3FE4BBE9-848E-4EBE-90E4-39506AF9D141}" srcOrd="1" destOrd="0" parTransId="{C4B116D2-5B7C-486D-A10A-6FF77BA6236C}" sibTransId="{E79B9F69-990E-4F1F-838C-B967C8C47B11}"/>
    <dgm:cxn modelId="{415F35A4-D99F-4D68-8FA0-E0277AC1A812}" type="presOf" srcId="{E314B954-4A6D-4714-BAA6-BFFC42DBBD26}" destId="{FD4F0E63-6F78-44B0-B7E1-0E24FCB996E9}" srcOrd="0" destOrd="0" presId="urn:microsoft.com/office/officeart/2005/8/layout/hierarchy2"/>
    <dgm:cxn modelId="{22C867AF-5AC2-45BB-8022-1391618013E4}" srcId="{D72A13E7-2750-4710-86B6-DAB9ECE07454}" destId="{66091654-9A09-4015-9B5B-4FEF26A4CD1C}" srcOrd="3" destOrd="0" parTransId="{61BB3D25-2B0C-4BB8-AC01-463AF7158861}" sibTransId="{C577A52A-96A0-43F1-9C27-D768C7EE2211}"/>
    <dgm:cxn modelId="{3797DBAF-1B90-4848-826D-87259787CA31}" type="presOf" srcId="{EEF5F912-BA30-4571-A001-6DE4C33B86BD}" destId="{0C0E7F5A-81E5-46B7-96EE-9CB77C47E54E}" srcOrd="0" destOrd="0" presId="urn:microsoft.com/office/officeart/2005/8/layout/hierarchy2"/>
    <dgm:cxn modelId="{FBDC89B0-EFC1-4BEA-9015-BB9DF17EC86B}" type="presOf" srcId="{D654052E-7573-4B8F-A3F1-F8CFDFF82DAD}" destId="{7A1D47F2-33CF-4C86-AC2F-5E8219CD8B8E}" srcOrd="1" destOrd="0" presId="urn:microsoft.com/office/officeart/2005/8/layout/hierarchy2"/>
    <dgm:cxn modelId="{C22A08B1-22BC-4E5D-8537-7519355066D7}" type="presOf" srcId="{E2B616D3-7D2B-4825-A7BD-011B019FEFDE}" destId="{F76011E4-8DAA-434A-AC90-91B6AF415CA0}" srcOrd="1" destOrd="0" presId="urn:microsoft.com/office/officeart/2005/8/layout/hierarchy2"/>
    <dgm:cxn modelId="{F2A010C0-3B8F-4711-9F18-5931D9B85A57}" srcId="{D72A13E7-2750-4710-86B6-DAB9ECE07454}" destId="{EEF5F912-BA30-4571-A001-6DE4C33B86BD}" srcOrd="0" destOrd="0" parTransId="{A536348D-BCD3-4830-998D-43DE434C2AEA}" sibTransId="{27473A74-914B-4E7C-A300-F429FF7F55D3}"/>
    <dgm:cxn modelId="{91F099C3-8980-49EC-AFD7-04788A4E8E94}" type="presOf" srcId="{06C2D953-A46B-48D1-9BD2-4C076AFB054E}" destId="{A0A3DC66-9F0B-4A90-8BC0-1B91B9EC4303}" srcOrd="0" destOrd="0" presId="urn:microsoft.com/office/officeart/2005/8/layout/hierarchy2"/>
    <dgm:cxn modelId="{57419DC3-3F42-4D3A-ACF7-C542018970D0}" type="presOf" srcId="{2647378B-A017-4873-B803-B0D50BAC65DD}" destId="{B16E2B5B-62BD-486C-A201-B715913BD648}" srcOrd="0" destOrd="0" presId="urn:microsoft.com/office/officeart/2005/8/layout/hierarchy2"/>
    <dgm:cxn modelId="{E0B812C7-A494-4B74-843B-F884BB64F13E}" srcId="{3AF13CCA-E192-44AB-98B1-9ABC09BFAD5F}" destId="{DC5D67D2-578C-46E4-B9CB-887320FC9423}" srcOrd="1" destOrd="0" parTransId="{8826F40C-91A2-4B4F-8493-776CEA773F3D}" sibTransId="{EEC16E49-5D74-4D41-8EFA-6715F9BA069D}"/>
    <dgm:cxn modelId="{840B9CC9-4576-45FA-86D5-4D204F44849B}" type="presOf" srcId="{E128E13E-D0C9-4A1E-8166-1558E3A52780}" destId="{8146D087-6800-4D0E-9E74-08F483BE8C1A}" srcOrd="0" destOrd="0" presId="urn:microsoft.com/office/officeart/2005/8/layout/hierarchy2"/>
    <dgm:cxn modelId="{341020CE-B4D8-487F-8DA7-5C9395D1B05C}" type="presOf" srcId="{1C6A95FB-5115-4715-8A7D-F0306150ABBB}" destId="{3EE27BA3-0B22-440A-B8B7-5F7706271600}" srcOrd="0" destOrd="0" presId="urn:microsoft.com/office/officeart/2005/8/layout/hierarchy2"/>
    <dgm:cxn modelId="{FF2F57D0-CE3E-4624-929A-98C47D68EE2D}" type="presOf" srcId="{B849500C-E646-407E-8DFA-623AED775F01}" destId="{33274082-83C4-44EE-B04C-B8F846A46F86}" srcOrd="0" destOrd="0" presId="urn:microsoft.com/office/officeart/2005/8/layout/hierarchy2"/>
    <dgm:cxn modelId="{82F4CCD0-2811-4AA8-80DD-1D5366E55C42}" srcId="{E314B954-4A6D-4714-BAA6-BFFC42DBBD26}" destId="{169FA75A-41A2-42DD-900D-91311F6C4C44}" srcOrd="0" destOrd="0" parTransId="{861E3B52-A242-4A78-A3C4-EBB7E38D0F20}" sibTransId="{0A2A3150-39FF-4A2F-A905-0E6E9D01E13A}"/>
    <dgm:cxn modelId="{CD8A02D2-290F-4B95-9D6A-5C45E45B4D58}" type="presOf" srcId="{8826F40C-91A2-4B4F-8493-776CEA773F3D}" destId="{DC50E894-B24B-46A3-87C4-719F09641DAB}" srcOrd="1" destOrd="0" presId="urn:microsoft.com/office/officeart/2005/8/layout/hierarchy2"/>
    <dgm:cxn modelId="{40D95FD2-5B49-450A-80C2-C7AA03913C45}" srcId="{66091654-9A09-4015-9B5B-4FEF26A4CD1C}" destId="{1C6A95FB-5115-4715-8A7D-F0306150ABBB}" srcOrd="1" destOrd="0" parTransId="{77341D96-291B-448B-9979-800738A86E8F}" sibTransId="{4584A5B0-9B73-4146-B4AC-B966FF8FACA8}"/>
    <dgm:cxn modelId="{48E543D3-9159-4142-90AE-4C0AA9AE9441}" type="presOf" srcId="{209D3331-84BD-4DA8-B25B-2A6CDAF21C6D}" destId="{52FA051E-C4AD-4544-A754-7063BF739336}" srcOrd="1" destOrd="0" presId="urn:microsoft.com/office/officeart/2005/8/layout/hierarchy2"/>
    <dgm:cxn modelId="{9C4FC3D4-A523-4868-A2D7-46D65272B819}" srcId="{DF68A866-E072-4659-82CD-BEC45A2A2185}" destId="{040CB1DE-E9DC-438F-AD06-349086D7CBCD}" srcOrd="0" destOrd="0" parTransId="{DABC87C9-20D4-48F9-95F8-0C6C44265B86}" sibTransId="{745562BA-7C31-48CD-87B0-F242F017422A}"/>
    <dgm:cxn modelId="{E620D1D4-F2A0-4A23-B606-EB54B63B1976}" type="presOf" srcId="{040CB1DE-E9DC-438F-AD06-349086D7CBCD}" destId="{F63F3160-C621-472F-BF32-55B86AA27248}" srcOrd="0" destOrd="0" presId="urn:microsoft.com/office/officeart/2005/8/layout/hierarchy2"/>
    <dgm:cxn modelId="{DB6794D5-E337-4F1D-A24C-652E5F328DD0}" type="presOf" srcId="{77341D96-291B-448B-9979-800738A86E8F}" destId="{7D0943B4-17F0-41C5-A392-1BCEDA078AA6}" srcOrd="1" destOrd="0" presId="urn:microsoft.com/office/officeart/2005/8/layout/hierarchy2"/>
    <dgm:cxn modelId="{6E5D8DD6-FECA-4A2D-A0C2-348AA61E1378}" type="presOf" srcId="{DC6B323C-AEC1-4730-A4AD-5D5CB362007F}" destId="{0C69C646-2C06-4B47-B24A-EE39EA800464}" srcOrd="0" destOrd="0" presId="urn:microsoft.com/office/officeart/2005/8/layout/hierarchy2"/>
    <dgm:cxn modelId="{FDBA55D9-B25D-44E9-B6DA-4C0D86BF8170}" type="presOf" srcId="{DABC87C9-20D4-48F9-95F8-0C6C44265B86}" destId="{02A5F568-F424-42B6-9F69-AE0BC12352C3}" srcOrd="0" destOrd="0" presId="urn:microsoft.com/office/officeart/2005/8/layout/hierarchy2"/>
    <dgm:cxn modelId="{EA7055DA-A7EE-4E14-9E0D-E10FECEC9342}" type="presOf" srcId="{6EDF7BA6-AB1B-4201-9F41-D08A3CC2B0C0}" destId="{119E3FC0-84CF-4C6E-BB8E-E3A8122F9CF2}" srcOrd="0" destOrd="0" presId="urn:microsoft.com/office/officeart/2005/8/layout/hierarchy2"/>
    <dgm:cxn modelId="{C12C3EED-FA5D-4852-9B10-FC3E2CF05D90}" srcId="{66091654-9A09-4015-9B5B-4FEF26A4CD1C}" destId="{3AF13CCA-E192-44AB-98B1-9ABC09BFAD5F}" srcOrd="0" destOrd="0" parTransId="{E2B616D3-7D2B-4825-A7BD-011B019FEFDE}" sibTransId="{1F98A63C-16FE-4E96-8B3C-57727929709C}"/>
    <dgm:cxn modelId="{E443DFEE-DF93-4938-BDDA-FF17D48D1839}" type="presOf" srcId="{66091654-9A09-4015-9B5B-4FEF26A4CD1C}" destId="{5AEEE219-FCCD-45F8-A326-E6CED529452F}" srcOrd="0" destOrd="0" presId="urn:microsoft.com/office/officeart/2005/8/layout/hierarchy2"/>
    <dgm:cxn modelId="{A2FBFCEE-E426-4C2A-8233-B9321C5F645A}" type="presOf" srcId="{2C0CA15A-3198-4865-84FB-8844A8F268A1}" destId="{AB1C85ED-8417-4966-9349-F58BB66D112B}" srcOrd="0" destOrd="0" presId="urn:microsoft.com/office/officeart/2005/8/layout/hierarchy2"/>
    <dgm:cxn modelId="{093BB4F0-59B0-42D1-925C-2DFFED8077A2}" type="presOf" srcId="{169FA75A-41A2-42DD-900D-91311F6C4C44}" destId="{D68E8A56-535D-40CB-BA74-F95663019DA2}" srcOrd="0" destOrd="0" presId="urn:microsoft.com/office/officeart/2005/8/layout/hierarchy2"/>
    <dgm:cxn modelId="{29FD66F3-683C-4712-9D4D-C552423642F8}" type="presOf" srcId="{D654052E-7573-4B8F-A3F1-F8CFDFF82DAD}" destId="{C8EE5838-3922-484D-8D45-8FDF5E7C0946}" srcOrd="0" destOrd="0" presId="urn:microsoft.com/office/officeart/2005/8/layout/hierarchy2"/>
    <dgm:cxn modelId="{879A8BF9-0582-4B91-8173-F780CDB8483B}" type="presOf" srcId="{DC5D67D2-578C-46E4-B9CB-887320FC9423}" destId="{B15339C1-AD38-41EA-86B9-51CAEE7FEDF0}" srcOrd="0" destOrd="0" presId="urn:microsoft.com/office/officeart/2005/8/layout/hierarchy2"/>
    <dgm:cxn modelId="{8F9CD1F9-21E7-4F9F-A637-C2A18E62DA26}" type="presOf" srcId="{861E3B52-A242-4A78-A3C4-EBB7E38D0F20}" destId="{0276E0AC-B019-4828-A7C1-EF1328950421}" srcOrd="1" destOrd="0" presId="urn:microsoft.com/office/officeart/2005/8/layout/hierarchy2"/>
    <dgm:cxn modelId="{632E061E-6203-445A-A05F-311855B7529C}" type="presParOf" srcId="{2C91BC23-EDAF-4B01-99F3-1BB86A28AC36}" destId="{422F06D7-4DAE-41D7-8E1F-3EE701AE724A}" srcOrd="0" destOrd="0" presId="urn:microsoft.com/office/officeart/2005/8/layout/hierarchy2"/>
    <dgm:cxn modelId="{821D23E1-BE7B-4B3B-A982-EDCF036377CD}" type="presParOf" srcId="{422F06D7-4DAE-41D7-8E1F-3EE701AE724A}" destId="{0C0E7F5A-81E5-46B7-96EE-9CB77C47E54E}" srcOrd="0" destOrd="0" presId="urn:microsoft.com/office/officeart/2005/8/layout/hierarchy2"/>
    <dgm:cxn modelId="{CD0B8A97-82D6-4B72-A9F0-889018BE0C69}" type="presParOf" srcId="{422F06D7-4DAE-41D7-8E1F-3EE701AE724A}" destId="{AC46879A-2E63-466E-B71E-38D59144F2F4}" srcOrd="1" destOrd="0" presId="urn:microsoft.com/office/officeart/2005/8/layout/hierarchy2"/>
    <dgm:cxn modelId="{036BAF19-86BB-476C-927B-6668A768F79D}" type="presParOf" srcId="{AC46879A-2E63-466E-B71E-38D59144F2F4}" destId="{9BEFFEDD-A108-4C44-8912-65B4518F8C72}" srcOrd="0" destOrd="0" presId="urn:microsoft.com/office/officeart/2005/8/layout/hierarchy2"/>
    <dgm:cxn modelId="{DD2389AD-EE44-4687-B938-7840F9DF2451}" type="presParOf" srcId="{9BEFFEDD-A108-4C44-8912-65B4518F8C72}" destId="{2D1719C8-AD34-4AF9-9C36-58F47D24D71D}" srcOrd="0" destOrd="0" presId="urn:microsoft.com/office/officeart/2005/8/layout/hierarchy2"/>
    <dgm:cxn modelId="{8F31077C-3EC6-4291-B006-390C8405A118}" type="presParOf" srcId="{AC46879A-2E63-466E-B71E-38D59144F2F4}" destId="{040D144A-3E64-466D-A5A9-0FA6E609109B}" srcOrd="1" destOrd="0" presId="urn:microsoft.com/office/officeart/2005/8/layout/hierarchy2"/>
    <dgm:cxn modelId="{59861911-ED15-488F-A062-4BA07E1F0F4E}" type="presParOf" srcId="{040D144A-3E64-466D-A5A9-0FA6E609109B}" destId="{C52A81F3-F435-4C97-A74E-873A6467CFCF}" srcOrd="0" destOrd="0" presId="urn:microsoft.com/office/officeart/2005/8/layout/hierarchy2"/>
    <dgm:cxn modelId="{A1E9D789-8027-47CA-9646-C943BE645439}" type="presParOf" srcId="{040D144A-3E64-466D-A5A9-0FA6E609109B}" destId="{6F39996E-E4D0-4D60-8B94-528BD56EBD72}" srcOrd="1" destOrd="0" presId="urn:microsoft.com/office/officeart/2005/8/layout/hierarchy2"/>
    <dgm:cxn modelId="{3991CD14-D995-459B-A3E7-075850CD1CF2}" type="presParOf" srcId="{6F39996E-E4D0-4D60-8B94-528BD56EBD72}" destId="{02A5F568-F424-42B6-9F69-AE0BC12352C3}" srcOrd="0" destOrd="0" presId="urn:microsoft.com/office/officeart/2005/8/layout/hierarchy2"/>
    <dgm:cxn modelId="{31C1CA19-CD0D-48C1-861D-47C4863EEFAA}" type="presParOf" srcId="{02A5F568-F424-42B6-9F69-AE0BC12352C3}" destId="{223E146C-54EF-4263-9928-DD820B228B60}" srcOrd="0" destOrd="0" presId="urn:microsoft.com/office/officeart/2005/8/layout/hierarchy2"/>
    <dgm:cxn modelId="{9D2FDF2A-59DE-4043-9CAF-A80016132615}" type="presParOf" srcId="{6F39996E-E4D0-4D60-8B94-528BD56EBD72}" destId="{40B4B459-800A-4C6E-B728-54424BFBB84C}" srcOrd="1" destOrd="0" presId="urn:microsoft.com/office/officeart/2005/8/layout/hierarchy2"/>
    <dgm:cxn modelId="{AC8AD3EF-75CE-49D3-AFE6-8A8D1E88BC61}" type="presParOf" srcId="{40B4B459-800A-4C6E-B728-54424BFBB84C}" destId="{F63F3160-C621-472F-BF32-55B86AA27248}" srcOrd="0" destOrd="0" presId="urn:microsoft.com/office/officeart/2005/8/layout/hierarchy2"/>
    <dgm:cxn modelId="{1E61A9CC-BB6D-409B-A5BA-DA9F0A9E3600}" type="presParOf" srcId="{40B4B459-800A-4C6E-B728-54424BFBB84C}" destId="{6A47769F-E072-4145-AEFB-B14F6F801AF9}" srcOrd="1" destOrd="0" presId="urn:microsoft.com/office/officeart/2005/8/layout/hierarchy2"/>
    <dgm:cxn modelId="{8B2D243F-7203-4155-ACFD-466F0DE37D43}" type="presParOf" srcId="{2C91BC23-EDAF-4B01-99F3-1BB86A28AC36}" destId="{5041CCB7-4DA5-46FA-9BFA-C2C0A78E7734}" srcOrd="1" destOrd="0" presId="urn:microsoft.com/office/officeart/2005/8/layout/hierarchy2"/>
    <dgm:cxn modelId="{8F960153-74D5-4BAC-8C13-FD8BBB7E1089}" type="presParOf" srcId="{5041CCB7-4DA5-46FA-9BFA-C2C0A78E7734}" destId="{0DCDCCCC-F7C2-4F71-93F6-CB787925D8B9}" srcOrd="0" destOrd="0" presId="urn:microsoft.com/office/officeart/2005/8/layout/hierarchy2"/>
    <dgm:cxn modelId="{3439176B-62BF-42BF-AB09-9FC7B683677F}" type="presParOf" srcId="{5041CCB7-4DA5-46FA-9BFA-C2C0A78E7734}" destId="{682D3336-21CE-4846-A167-CAD123639FF1}" srcOrd="1" destOrd="0" presId="urn:microsoft.com/office/officeart/2005/8/layout/hierarchy2"/>
    <dgm:cxn modelId="{5C2ECEE4-1BD1-4589-9DF5-F75A358ABB37}" type="presParOf" srcId="{682D3336-21CE-4846-A167-CAD123639FF1}" destId="{873993D8-DD99-43CA-8724-E2EBC3708C66}" srcOrd="0" destOrd="0" presId="urn:microsoft.com/office/officeart/2005/8/layout/hierarchy2"/>
    <dgm:cxn modelId="{0CD01599-8CC3-4013-89DB-F535A57DBBE4}" type="presParOf" srcId="{873993D8-DD99-43CA-8724-E2EBC3708C66}" destId="{DD3EA83C-DE54-4CB8-9EF9-AE9D9C530059}" srcOrd="0" destOrd="0" presId="urn:microsoft.com/office/officeart/2005/8/layout/hierarchy2"/>
    <dgm:cxn modelId="{6EEF8BE6-5D26-4043-B39E-919205770FF3}" type="presParOf" srcId="{682D3336-21CE-4846-A167-CAD123639FF1}" destId="{B6D95260-72AC-44CA-A466-23355FE62554}" srcOrd="1" destOrd="0" presId="urn:microsoft.com/office/officeart/2005/8/layout/hierarchy2"/>
    <dgm:cxn modelId="{E539E1D0-C89C-4BD4-8F7A-2C5798D5B694}" type="presParOf" srcId="{B6D95260-72AC-44CA-A466-23355FE62554}" destId="{B16E2B5B-62BD-486C-A201-B715913BD648}" srcOrd="0" destOrd="0" presId="urn:microsoft.com/office/officeart/2005/8/layout/hierarchy2"/>
    <dgm:cxn modelId="{B1926239-3037-42DF-83A7-ED32023365C3}" type="presParOf" srcId="{B6D95260-72AC-44CA-A466-23355FE62554}" destId="{7C805030-6E46-458B-9F50-D7EF600F5E55}" srcOrd="1" destOrd="0" presId="urn:microsoft.com/office/officeart/2005/8/layout/hierarchy2"/>
    <dgm:cxn modelId="{6469A870-44D2-4F34-AF61-5BDA9E0F8D27}" type="presParOf" srcId="{7C805030-6E46-458B-9F50-D7EF600F5E55}" destId="{AB1C85ED-8417-4966-9349-F58BB66D112B}" srcOrd="0" destOrd="0" presId="urn:microsoft.com/office/officeart/2005/8/layout/hierarchy2"/>
    <dgm:cxn modelId="{FC6B198C-3635-4905-9F63-C65508E983A7}" type="presParOf" srcId="{AB1C85ED-8417-4966-9349-F58BB66D112B}" destId="{5155EDC1-200F-4C15-B561-CC3A82193937}" srcOrd="0" destOrd="0" presId="urn:microsoft.com/office/officeart/2005/8/layout/hierarchy2"/>
    <dgm:cxn modelId="{B0FFDBA5-9EDD-435C-9CBB-A458DAD78DCB}" type="presParOf" srcId="{7C805030-6E46-458B-9F50-D7EF600F5E55}" destId="{64D70F35-4A66-4DDC-BF2F-5739B2B310F8}" srcOrd="1" destOrd="0" presId="urn:microsoft.com/office/officeart/2005/8/layout/hierarchy2"/>
    <dgm:cxn modelId="{4BB49552-D6EB-4DD4-8D20-C72142EE4A93}" type="presParOf" srcId="{64D70F35-4A66-4DDC-BF2F-5739B2B310F8}" destId="{0C69C646-2C06-4B47-B24A-EE39EA800464}" srcOrd="0" destOrd="0" presId="urn:microsoft.com/office/officeart/2005/8/layout/hierarchy2"/>
    <dgm:cxn modelId="{57421175-DFAD-4B7E-A5F4-5FB2042B0251}" type="presParOf" srcId="{64D70F35-4A66-4DDC-BF2F-5739B2B310F8}" destId="{2A702558-1953-4922-9CD4-0ADF6B616475}" srcOrd="1" destOrd="0" presId="urn:microsoft.com/office/officeart/2005/8/layout/hierarchy2"/>
    <dgm:cxn modelId="{716EF83F-82F3-40C4-9827-94420823E435}" type="presParOf" srcId="{7C805030-6E46-458B-9F50-D7EF600F5E55}" destId="{D4618DDD-0A6E-48FA-9B66-B1D2F87552CD}" srcOrd="2" destOrd="0" presId="urn:microsoft.com/office/officeart/2005/8/layout/hierarchy2"/>
    <dgm:cxn modelId="{19C20D56-B03F-4AE8-89C2-7410B5378FED}" type="presParOf" srcId="{D4618DDD-0A6E-48FA-9B66-B1D2F87552CD}" destId="{52FA051E-C4AD-4544-A754-7063BF739336}" srcOrd="0" destOrd="0" presId="urn:microsoft.com/office/officeart/2005/8/layout/hierarchy2"/>
    <dgm:cxn modelId="{6A19CB77-81FF-4982-A6CD-4312310D2FB9}" type="presParOf" srcId="{7C805030-6E46-458B-9F50-D7EF600F5E55}" destId="{21207435-054A-4072-8595-BDF35931DCCE}" srcOrd="3" destOrd="0" presId="urn:microsoft.com/office/officeart/2005/8/layout/hierarchy2"/>
    <dgm:cxn modelId="{480AF0C7-3B22-4E6D-8F4C-30A5962CBDC9}" type="presParOf" srcId="{21207435-054A-4072-8595-BDF35931DCCE}" destId="{931214B0-6B68-4AA2-916E-70EA9EAAB5EA}" srcOrd="0" destOrd="0" presId="urn:microsoft.com/office/officeart/2005/8/layout/hierarchy2"/>
    <dgm:cxn modelId="{3D91642D-3F1A-4C87-A42C-A0040B1CAD25}" type="presParOf" srcId="{21207435-054A-4072-8595-BDF35931DCCE}" destId="{42006F82-4D6C-4252-ACEE-D1438E9DBEC0}" srcOrd="1" destOrd="0" presId="urn:microsoft.com/office/officeart/2005/8/layout/hierarchy2"/>
    <dgm:cxn modelId="{B7810242-767C-4E01-83D7-B8169F31DF7F}" type="presParOf" srcId="{7C805030-6E46-458B-9F50-D7EF600F5E55}" destId="{6D8D8867-2E17-4149-855A-73DAE93B31B8}" srcOrd="4" destOrd="0" presId="urn:microsoft.com/office/officeart/2005/8/layout/hierarchy2"/>
    <dgm:cxn modelId="{862E4772-FB81-48E9-9C76-E0C4A2826021}" type="presParOf" srcId="{6D8D8867-2E17-4149-855A-73DAE93B31B8}" destId="{F8D7B0B7-AE6F-4987-881F-7DCB82152520}" srcOrd="0" destOrd="0" presId="urn:microsoft.com/office/officeart/2005/8/layout/hierarchy2"/>
    <dgm:cxn modelId="{2C84889F-5A10-41CF-A49C-03B576780ED8}" type="presParOf" srcId="{7C805030-6E46-458B-9F50-D7EF600F5E55}" destId="{0B82F04E-7833-4BB7-938C-CFEB7400E4A0}" srcOrd="5" destOrd="0" presId="urn:microsoft.com/office/officeart/2005/8/layout/hierarchy2"/>
    <dgm:cxn modelId="{E1C28D4E-BA70-4596-8F21-EDC89B92CF26}" type="presParOf" srcId="{0B82F04E-7833-4BB7-938C-CFEB7400E4A0}" destId="{0A2DEED4-5FFE-49EE-8BD8-BADE0E6A0493}" srcOrd="0" destOrd="0" presId="urn:microsoft.com/office/officeart/2005/8/layout/hierarchy2"/>
    <dgm:cxn modelId="{483C928F-E6B1-4C9D-BF74-732E3916360F}" type="presParOf" srcId="{0B82F04E-7833-4BB7-938C-CFEB7400E4A0}" destId="{67A1B426-4FA9-4A27-A9E8-9206CF9505C4}" srcOrd="1" destOrd="0" presId="urn:microsoft.com/office/officeart/2005/8/layout/hierarchy2"/>
    <dgm:cxn modelId="{98C6CB8C-C7FA-4351-9286-1E3A0918C1A3}" type="presParOf" srcId="{2C91BC23-EDAF-4B01-99F3-1BB86A28AC36}" destId="{332435D7-91E3-47EF-8294-258263D91FDA}" srcOrd="2" destOrd="0" presId="urn:microsoft.com/office/officeart/2005/8/layout/hierarchy2"/>
    <dgm:cxn modelId="{3C0C596C-38D2-4F05-BCA9-9B495F4A5AC1}" type="presParOf" srcId="{332435D7-91E3-47EF-8294-258263D91FDA}" destId="{72A7FD9D-9280-40BD-9059-19DDFBFFA4A1}" srcOrd="0" destOrd="0" presId="urn:microsoft.com/office/officeart/2005/8/layout/hierarchy2"/>
    <dgm:cxn modelId="{862F1730-4FE9-42E4-8E23-AC2EB33057E1}" type="presParOf" srcId="{332435D7-91E3-47EF-8294-258263D91FDA}" destId="{40267CE9-96AF-407D-AD2F-31F0E0904D8A}" srcOrd="1" destOrd="0" presId="urn:microsoft.com/office/officeart/2005/8/layout/hierarchy2"/>
    <dgm:cxn modelId="{401D8B32-D8A1-48F6-AE29-01265B3CC9FC}" type="presParOf" srcId="{40267CE9-96AF-407D-AD2F-31F0E0904D8A}" destId="{33274082-83C4-44EE-B04C-B8F846A46F86}" srcOrd="0" destOrd="0" presId="urn:microsoft.com/office/officeart/2005/8/layout/hierarchy2"/>
    <dgm:cxn modelId="{7E29F89F-2881-45B5-AD40-3B2038041BAA}" type="presParOf" srcId="{33274082-83C4-44EE-B04C-B8F846A46F86}" destId="{ED8D9510-47C9-4C3A-BED8-B9D49E2E5470}" srcOrd="0" destOrd="0" presId="urn:microsoft.com/office/officeart/2005/8/layout/hierarchy2"/>
    <dgm:cxn modelId="{5C3B7E70-42C2-4B24-A0CD-60FD1FD3CE6D}" type="presParOf" srcId="{40267CE9-96AF-407D-AD2F-31F0E0904D8A}" destId="{9E5E4F05-711C-4DD3-9BB9-489A27ECEEE1}" srcOrd="1" destOrd="0" presId="urn:microsoft.com/office/officeart/2005/8/layout/hierarchy2"/>
    <dgm:cxn modelId="{E9097EE1-23AC-4157-B78E-9B0BD037119F}" type="presParOf" srcId="{9E5E4F05-711C-4DD3-9BB9-489A27ECEEE1}" destId="{FD4F0E63-6F78-44B0-B7E1-0E24FCB996E9}" srcOrd="0" destOrd="0" presId="urn:microsoft.com/office/officeart/2005/8/layout/hierarchy2"/>
    <dgm:cxn modelId="{6E60D1B6-F724-4C43-A4F4-AE8D0257B8C0}" type="presParOf" srcId="{9E5E4F05-711C-4DD3-9BB9-489A27ECEEE1}" destId="{72670080-E44E-4F55-8088-57E947CC4D5C}" srcOrd="1" destOrd="0" presId="urn:microsoft.com/office/officeart/2005/8/layout/hierarchy2"/>
    <dgm:cxn modelId="{A0A419EA-0C14-49BB-88DB-2B72B57FB35F}" type="presParOf" srcId="{72670080-E44E-4F55-8088-57E947CC4D5C}" destId="{A8EF0A3B-0394-4253-8DB2-900BC40DBC1E}" srcOrd="0" destOrd="0" presId="urn:microsoft.com/office/officeart/2005/8/layout/hierarchy2"/>
    <dgm:cxn modelId="{05B69AC6-21AA-4D2B-9A42-F9DBB2A2FB4C}" type="presParOf" srcId="{A8EF0A3B-0394-4253-8DB2-900BC40DBC1E}" destId="{0276E0AC-B019-4828-A7C1-EF1328950421}" srcOrd="0" destOrd="0" presId="urn:microsoft.com/office/officeart/2005/8/layout/hierarchy2"/>
    <dgm:cxn modelId="{4BBA62EC-6045-462D-961C-A1F4B2BDE0AF}" type="presParOf" srcId="{72670080-E44E-4F55-8088-57E947CC4D5C}" destId="{A3D68370-F5C4-4739-BF6B-88B260657FB8}" srcOrd="1" destOrd="0" presId="urn:microsoft.com/office/officeart/2005/8/layout/hierarchy2"/>
    <dgm:cxn modelId="{3C57029A-59F8-4EE4-82D8-A86AC428484F}" type="presParOf" srcId="{A3D68370-F5C4-4739-BF6B-88B260657FB8}" destId="{D68E8A56-535D-40CB-BA74-F95663019DA2}" srcOrd="0" destOrd="0" presId="urn:microsoft.com/office/officeart/2005/8/layout/hierarchy2"/>
    <dgm:cxn modelId="{520187E4-FA4B-48BF-822C-7D6ACED86D88}" type="presParOf" srcId="{A3D68370-F5C4-4739-BF6B-88B260657FB8}" destId="{5DCA1FD0-8483-4E9D-AE13-8134B5D75CF2}" srcOrd="1" destOrd="0" presId="urn:microsoft.com/office/officeart/2005/8/layout/hierarchy2"/>
    <dgm:cxn modelId="{0A8E1BDD-6FE7-435E-9DBA-D763FCCE4F56}" type="presParOf" srcId="{72670080-E44E-4F55-8088-57E947CC4D5C}" destId="{F8BBAFDA-07D9-430F-B526-30614ED043EE}" srcOrd="2" destOrd="0" presId="urn:microsoft.com/office/officeart/2005/8/layout/hierarchy2"/>
    <dgm:cxn modelId="{D6E05B11-4F5B-4407-BB58-7676B3F64417}" type="presParOf" srcId="{F8BBAFDA-07D9-430F-B526-30614ED043EE}" destId="{3FF4FC99-D370-4FB7-962C-F91991594218}" srcOrd="0" destOrd="0" presId="urn:microsoft.com/office/officeart/2005/8/layout/hierarchy2"/>
    <dgm:cxn modelId="{1DAB6A78-594E-45C4-A7E5-A9C4775F020D}" type="presParOf" srcId="{72670080-E44E-4F55-8088-57E947CC4D5C}" destId="{EF46234F-B5DB-4D42-B27A-706C937ECD7D}" srcOrd="3" destOrd="0" presId="urn:microsoft.com/office/officeart/2005/8/layout/hierarchy2"/>
    <dgm:cxn modelId="{F0145862-5C0B-45BC-8AF9-C0932CC67D26}" type="presParOf" srcId="{EF46234F-B5DB-4D42-B27A-706C937ECD7D}" destId="{8AB0E3E2-7B6A-4F3F-A097-DB47BB3F6329}" srcOrd="0" destOrd="0" presId="urn:microsoft.com/office/officeart/2005/8/layout/hierarchy2"/>
    <dgm:cxn modelId="{0BF74488-46C2-467D-94AB-A3EE557235A8}" type="presParOf" srcId="{EF46234F-B5DB-4D42-B27A-706C937ECD7D}" destId="{39E7AAAF-070D-4188-9568-AD8C294D93C2}" srcOrd="1" destOrd="0" presId="urn:microsoft.com/office/officeart/2005/8/layout/hierarchy2"/>
    <dgm:cxn modelId="{8F1E3D05-9710-452B-8C99-28BDBEDA787D}" type="presParOf" srcId="{40267CE9-96AF-407D-AD2F-31F0E0904D8A}" destId="{C8EE5838-3922-484D-8D45-8FDF5E7C0946}" srcOrd="2" destOrd="0" presId="urn:microsoft.com/office/officeart/2005/8/layout/hierarchy2"/>
    <dgm:cxn modelId="{B14D3727-3F9E-47BB-8C34-93E7A3D32DE3}" type="presParOf" srcId="{C8EE5838-3922-484D-8D45-8FDF5E7C0946}" destId="{7A1D47F2-33CF-4C86-AC2F-5E8219CD8B8E}" srcOrd="0" destOrd="0" presId="urn:microsoft.com/office/officeart/2005/8/layout/hierarchy2"/>
    <dgm:cxn modelId="{BC93ED1C-8001-42B1-A34B-5E1A1E0B55F5}" type="presParOf" srcId="{40267CE9-96AF-407D-AD2F-31F0E0904D8A}" destId="{A74B7A64-941A-487B-A703-ECB585A404F9}" srcOrd="3" destOrd="0" presId="urn:microsoft.com/office/officeart/2005/8/layout/hierarchy2"/>
    <dgm:cxn modelId="{E6625946-D2DA-4B31-B694-BBA9144B0835}" type="presParOf" srcId="{A74B7A64-941A-487B-A703-ECB585A404F9}" destId="{7611B56D-21DD-4C0E-A9F8-70734F4E464B}" srcOrd="0" destOrd="0" presId="urn:microsoft.com/office/officeart/2005/8/layout/hierarchy2"/>
    <dgm:cxn modelId="{66AAABFD-8997-4A3F-B8A0-E89F127238AC}" type="presParOf" srcId="{A74B7A64-941A-487B-A703-ECB585A404F9}" destId="{711A93BD-DC4B-402A-BA66-CAF392225CFF}" srcOrd="1" destOrd="0" presId="urn:microsoft.com/office/officeart/2005/8/layout/hierarchy2"/>
    <dgm:cxn modelId="{01ADB72D-B7F8-41CD-9E77-5AA113D7B828}" type="presParOf" srcId="{711A93BD-DC4B-402A-BA66-CAF392225CFF}" destId="{A0A3DC66-9F0B-4A90-8BC0-1B91B9EC4303}" srcOrd="0" destOrd="0" presId="urn:microsoft.com/office/officeart/2005/8/layout/hierarchy2"/>
    <dgm:cxn modelId="{2A66F2A3-4748-44CB-AD4D-75F61233208E}" type="presParOf" srcId="{A0A3DC66-9F0B-4A90-8BC0-1B91B9EC4303}" destId="{73594567-1F64-4362-9583-58AB575C8D23}" srcOrd="0" destOrd="0" presId="urn:microsoft.com/office/officeart/2005/8/layout/hierarchy2"/>
    <dgm:cxn modelId="{7DBBE7D9-ED32-410C-8873-471747410FDD}" type="presParOf" srcId="{711A93BD-DC4B-402A-BA66-CAF392225CFF}" destId="{E139E1D2-F363-4936-AA69-84FA3E0F69FF}" srcOrd="1" destOrd="0" presId="urn:microsoft.com/office/officeart/2005/8/layout/hierarchy2"/>
    <dgm:cxn modelId="{455DCF0C-A07D-41D5-A10A-F9449A62D2A9}" type="presParOf" srcId="{E139E1D2-F363-4936-AA69-84FA3E0F69FF}" destId="{F16D576B-15A8-44F4-898D-E051C38F5A34}" srcOrd="0" destOrd="0" presId="urn:microsoft.com/office/officeart/2005/8/layout/hierarchy2"/>
    <dgm:cxn modelId="{19B469A8-EAA3-4ED8-97A0-253E1A017E2C}" type="presParOf" srcId="{E139E1D2-F363-4936-AA69-84FA3E0F69FF}" destId="{BFF8473F-EADC-459F-98C7-0481B8435A05}" srcOrd="1" destOrd="0" presId="urn:microsoft.com/office/officeart/2005/8/layout/hierarchy2"/>
    <dgm:cxn modelId="{8D806E33-53AF-438A-B821-D96751CCFBC0}" type="presParOf" srcId="{2C91BC23-EDAF-4B01-99F3-1BB86A28AC36}" destId="{09C2F550-B8E8-4964-B645-EE46655EBE0A}" srcOrd="3" destOrd="0" presId="urn:microsoft.com/office/officeart/2005/8/layout/hierarchy2"/>
    <dgm:cxn modelId="{010FF86C-8C97-4103-A4D1-9B86C8166220}" type="presParOf" srcId="{09C2F550-B8E8-4964-B645-EE46655EBE0A}" destId="{5AEEE219-FCCD-45F8-A326-E6CED529452F}" srcOrd="0" destOrd="0" presId="urn:microsoft.com/office/officeart/2005/8/layout/hierarchy2"/>
    <dgm:cxn modelId="{C722A868-3CD3-4172-B26B-E82857CDD8C7}" type="presParOf" srcId="{09C2F550-B8E8-4964-B645-EE46655EBE0A}" destId="{A892B7BD-192B-4604-8A78-D86916591C90}" srcOrd="1" destOrd="0" presId="urn:microsoft.com/office/officeart/2005/8/layout/hierarchy2"/>
    <dgm:cxn modelId="{D938CA28-6A73-4339-A039-625FADA9DB09}" type="presParOf" srcId="{A892B7BD-192B-4604-8A78-D86916591C90}" destId="{3C943A94-2CB3-481D-9358-4763B5FE133A}" srcOrd="0" destOrd="0" presId="urn:microsoft.com/office/officeart/2005/8/layout/hierarchy2"/>
    <dgm:cxn modelId="{6EA32806-2CFC-4600-96D3-E8AEE8D25B80}" type="presParOf" srcId="{3C943A94-2CB3-481D-9358-4763B5FE133A}" destId="{F76011E4-8DAA-434A-AC90-91B6AF415CA0}" srcOrd="0" destOrd="0" presId="urn:microsoft.com/office/officeart/2005/8/layout/hierarchy2"/>
    <dgm:cxn modelId="{DA35D8E0-C0B9-4F72-92AE-FB787B446B2E}" type="presParOf" srcId="{A892B7BD-192B-4604-8A78-D86916591C90}" destId="{06ADFE36-A456-46AA-B657-465ABFA62A1C}" srcOrd="1" destOrd="0" presId="urn:microsoft.com/office/officeart/2005/8/layout/hierarchy2"/>
    <dgm:cxn modelId="{46756CAE-801E-43A1-8E7A-7C51CFB2E5E1}" type="presParOf" srcId="{06ADFE36-A456-46AA-B657-465ABFA62A1C}" destId="{536DA53B-AD0A-47E6-ACC6-128AEA4B2B9A}" srcOrd="0" destOrd="0" presId="urn:microsoft.com/office/officeart/2005/8/layout/hierarchy2"/>
    <dgm:cxn modelId="{320B5F9A-0A8B-4020-BE11-6DCAFD1706E9}" type="presParOf" srcId="{06ADFE36-A456-46AA-B657-465ABFA62A1C}" destId="{A91EAD28-6447-459C-9089-ED0F446BA327}" srcOrd="1" destOrd="0" presId="urn:microsoft.com/office/officeart/2005/8/layout/hierarchy2"/>
    <dgm:cxn modelId="{78412D86-6903-44CA-A380-E4D01A17528E}" type="presParOf" srcId="{A91EAD28-6447-459C-9089-ED0F446BA327}" destId="{60B78C97-15BA-4B85-B664-BB853F7E01D1}" srcOrd="0" destOrd="0" presId="urn:microsoft.com/office/officeart/2005/8/layout/hierarchy2"/>
    <dgm:cxn modelId="{F3514742-B015-45D1-A59E-0CF2F9B0318E}" type="presParOf" srcId="{60B78C97-15BA-4B85-B664-BB853F7E01D1}" destId="{447D6B06-D016-4361-B944-D184DAA8FE12}" srcOrd="0" destOrd="0" presId="urn:microsoft.com/office/officeart/2005/8/layout/hierarchy2"/>
    <dgm:cxn modelId="{49A3A3C6-110E-4BAE-98AC-D8BA1E5DEAE3}" type="presParOf" srcId="{A91EAD28-6447-459C-9089-ED0F446BA327}" destId="{6722C088-2F5D-4220-9411-08982EE1BEBE}" srcOrd="1" destOrd="0" presId="urn:microsoft.com/office/officeart/2005/8/layout/hierarchy2"/>
    <dgm:cxn modelId="{858DBE46-F01D-4E56-8B4D-6A97720783DE}" type="presParOf" srcId="{6722C088-2F5D-4220-9411-08982EE1BEBE}" destId="{119E3FC0-84CF-4C6E-BB8E-E3A8122F9CF2}" srcOrd="0" destOrd="0" presId="urn:microsoft.com/office/officeart/2005/8/layout/hierarchy2"/>
    <dgm:cxn modelId="{E46ACDE5-0C32-499B-BEA9-98480655ECBF}" type="presParOf" srcId="{6722C088-2F5D-4220-9411-08982EE1BEBE}" destId="{37B8C67B-85EF-452A-A029-769D6B055F51}" srcOrd="1" destOrd="0" presId="urn:microsoft.com/office/officeart/2005/8/layout/hierarchy2"/>
    <dgm:cxn modelId="{221C5D7C-9C22-4664-9A81-509BA76ACE7D}" type="presParOf" srcId="{A91EAD28-6447-459C-9089-ED0F446BA327}" destId="{8A53420D-F234-4FA6-B574-3503D61C74D6}" srcOrd="2" destOrd="0" presId="urn:microsoft.com/office/officeart/2005/8/layout/hierarchy2"/>
    <dgm:cxn modelId="{35875623-AFB5-4708-8160-8995DCFC2803}" type="presParOf" srcId="{8A53420D-F234-4FA6-B574-3503D61C74D6}" destId="{DC50E894-B24B-46A3-87C4-719F09641DAB}" srcOrd="0" destOrd="0" presId="urn:microsoft.com/office/officeart/2005/8/layout/hierarchy2"/>
    <dgm:cxn modelId="{69CA74F6-2BD4-4816-A667-46BFA360CCF7}" type="presParOf" srcId="{A91EAD28-6447-459C-9089-ED0F446BA327}" destId="{43320E62-10E8-41B7-9285-39B89A6B2013}" srcOrd="3" destOrd="0" presId="urn:microsoft.com/office/officeart/2005/8/layout/hierarchy2"/>
    <dgm:cxn modelId="{DEE45CDE-4401-41F7-AC09-1AF5E1DACCD4}" type="presParOf" srcId="{43320E62-10E8-41B7-9285-39B89A6B2013}" destId="{B15339C1-AD38-41EA-86B9-51CAEE7FEDF0}" srcOrd="0" destOrd="0" presId="urn:microsoft.com/office/officeart/2005/8/layout/hierarchy2"/>
    <dgm:cxn modelId="{4D581B10-8284-421B-A3B0-0635EB215FAD}" type="presParOf" srcId="{43320E62-10E8-41B7-9285-39B89A6B2013}" destId="{F891F59F-A92D-4ACE-B29D-E271CFF896D1}" srcOrd="1" destOrd="0" presId="urn:microsoft.com/office/officeart/2005/8/layout/hierarchy2"/>
    <dgm:cxn modelId="{1E5DFB82-64DC-4914-8544-353F84AE4C3A}" type="presParOf" srcId="{A892B7BD-192B-4604-8A78-D86916591C90}" destId="{CE7D95C8-6E73-4DCF-9AC1-847E590ABAF1}" srcOrd="2" destOrd="0" presId="urn:microsoft.com/office/officeart/2005/8/layout/hierarchy2"/>
    <dgm:cxn modelId="{6D8F5670-8CEE-44D6-A690-6D2AB68EE95C}" type="presParOf" srcId="{CE7D95C8-6E73-4DCF-9AC1-847E590ABAF1}" destId="{7D0943B4-17F0-41C5-A392-1BCEDA078AA6}" srcOrd="0" destOrd="0" presId="urn:microsoft.com/office/officeart/2005/8/layout/hierarchy2"/>
    <dgm:cxn modelId="{A4978E6F-5CC3-4F35-8949-39A3F6964DA3}" type="presParOf" srcId="{A892B7BD-192B-4604-8A78-D86916591C90}" destId="{06055E50-E542-44D0-BC52-87C9DF71BC96}" srcOrd="3" destOrd="0" presId="urn:microsoft.com/office/officeart/2005/8/layout/hierarchy2"/>
    <dgm:cxn modelId="{9A36EA4B-4E60-476C-AB54-AE023C59F02E}" type="presParOf" srcId="{06055E50-E542-44D0-BC52-87C9DF71BC96}" destId="{3EE27BA3-0B22-440A-B8B7-5F7706271600}" srcOrd="0" destOrd="0" presId="urn:microsoft.com/office/officeart/2005/8/layout/hierarchy2"/>
    <dgm:cxn modelId="{DEEAAF27-6E42-4C42-8075-B23065B8B743}" type="presParOf" srcId="{06055E50-E542-44D0-BC52-87C9DF71BC96}" destId="{032CAAD6-0ED2-45CD-A462-7936FC0EA234}" srcOrd="1" destOrd="0" presId="urn:microsoft.com/office/officeart/2005/8/layout/hierarchy2"/>
    <dgm:cxn modelId="{A88DF3A7-BC77-467B-9C01-ED9913C8E626}" type="presParOf" srcId="{032CAAD6-0ED2-45CD-A462-7936FC0EA234}" destId="{BD730D8A-157E-42C6-A2A2-318290B317B9}" srcOrd="0" destOrd="0" presId="urn:microsoft.com/office/officeart/2005/8/layout/hierarchy2"/>
    <dgm:cxn modelId="{D6D6BBD7-8E24-4DCF-85D3-5A49195B3F0F}" type="presParOf" srcId="{BD730D8A-157E-42C6-A2A2-318290B317B9}" destId="{B16C37BF-0E77-4E1A-92FB-4367A134DDED}" srcOrd="0" destOrd="0" presId="urn:microsoft.com/office/officeart/2005/8/layout/hierarchy2"/>
    <dgm:cxn modelId="{88D42430-4D1C-4E31-B61C-A03D8A23B986}" type="presParOf" srcId="{032CAAD6-0ED2-45CD-A462-7936FC0EA234}" destId="{EBA61489-A47F-4D87-A2A1-DEFD16EDA45C}" srcOrd="1" destOrd="0" presId="urn:microsoft.com/office/officeart/2005/8/layout/hierarchy2"/>
    <dgm:cxn modelId="{BDE891B9-D609-49CE-B9ED-FBE0D64F6222}" type="presParOf" srcId="{EBA61489-A47F-4D87-A2A1-DEFD16EDA45C}" destId="{93AF6A10-BE5F-47E0-BDD7-2CA7F811ED3E}" srcOrd="0" destOrd="0" presId="urn:microsoft.com/office/officeart/2005/8/layout/hierarchy2"/>
    <dgm:cxn modelId="{6856992F-6D19-4620-9FF3-4A7EB7ACEF83}" type="presParOf" srcId="{EBA61489-A47F-4D87-A2A1-DEFD16EDA45C}" destId="{85FA2436-02B7-4BE2-99C3-5DAF272C86EB}" srcOrd="1" destOrd="0" presId="urn:microsoft.com/office/officeart/2005/8/layout/hierarchy2"/>
    <dgm:cxn modelId="{8DC18F59-8A41-47EF-BEA5-C319D525888E}" type="presParOf" srcId="{2C91BC23-EDAF-4B01-99F3-1BB86A28AC36}" destId="{E1F3DC16-DF9B-4BAE-B185-1B0A2C9A3860}" srcOrd="4" destOrd="0" presId="urn:microsoft.com/office/officeart/2005/8/layout/hierarchy2"/>
    <dgm:cxn modelId="{4037748E-5672-4911-8987-054AF2FE5777}" type="presParOf" srcId="{E1F3DC16-DF9B-4BAE-B185-1B0A2C9A3860}" destId="{63E51ACC-51A7-4257-A5FA-2776195B1B47}" srcOrd="0" destOrd="0" presId="urn:microsoft.com/office/officeart/2005/8/layout/hierarchy2"/>
    <dgm:cxn modelId="{521D9D81-EEC9-4C16-8FE0-B7A2F3091832}" type="presParOf" srcId="{E1F3DC16-DF9B-4BAE-B185-1B0A2C9A3860}" destId="{FF16D7A7-3225-4E14-A5C9-B42712DA49FB}" srcOrd="1" destOrd="0" presId="urn:microsoft.com/office/officeart/2005/8/layout/hierarchy2"/>
    <dgm:cxn modelId="{3E0EFFAE-7B2D-48FE-9D62-03FED617DD5C}" type="presParOf" srcId="{FF16D7A7-3225-4E14-A5C9-B42712DA49FB}" destId="{20726EB9-413F-4AD1-9292-74A0BC32633F}" srcOrd="0" destOrd="0" presId="urn:microsoft.com/office/officeart/2005/8/layout/hierarchy2"/>
    <dgm:cxn modelId="{9F3DB917-8BBD-4B9B-B623-F346F905B681}" type="presParOf" srcId="{20726EB9-413F-4AD1-9292-74A0BC32633F}" destId="{8CDF9C46-8EAC-449F-B67A-B0249DC637D0}" srcOrd="0" destOrd="0" presId="urn:microsoft.com/office/officeart/2005/8/layout/hierarchy2"/>
    <dgm:cxn modelId="{3CE2BBF6-6CA7-49AA-B44B-55E060FE0FEE}" type="presParOf" srcId="{FF16D7A7-3225-4E14-A5C9-B42712DA49FB}" destId="{9775E2E7-9AA0-4E5A-8216-D140166EF0CB}" srcOrd="1" destOrd="0" presId="urn:microsoft.com/office/officeart/2005/8/layout/hierarchy2"/>
    <dgm:cxn modelId="{6B25F6CD-93F9-4DB2-865F-7B43128576B7}" type="presParOf" srcId="{9775E2E7-9AA0-4E5A-8216-D140166EF0CB}" destId="{8146D087-6800-4D0E-9E74-08F483BE8C1A}" srcOrd="0" destOrd="0" presId="urn:microsoft.com/office/officeart/2005/8/layout/hierarchy2"/>
    <dgm:cxn modelId="{9E6A7A92-6D88-4E3A-802A-3024220622FA}" type="presParOf" srcId="{9775E2E7-9AA0-4E5A-8216-D140166EF0CB}" destId="{D6E80500-D3F9-429E-B27E-9BB925986BB3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72A13E7-2750-4710-86B6-DAB9ECE07454}" type="doc">
      <dgm:prSet loTypeId="urn:microsoft.com/office/officeart/2005/8/layout/hierarchy2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DC6B323C-AEC1-4730-A4AD-5D5CB362007F}">
      <dgm:prSet phldrT="[Texte]"/>
      <dgm:spPr/>
      <dgm:t>
        <a:bodyPr/>
        <a:lstStyle/>
        <a:p>
          <a:r>
            <a:rPr lang="fr-FR" dirty="0"/>
            <a:t>Tôles</a:t>
          </a:r>
        </a:p>
      </dgm:t>
    </dgm:pt>
    <dgm:pt modelId="{2C0CA15A-3198-4865-84FB-8844A8F268A1}" type="parTrans" cxnId="{54CE2E9A-FF62-4AAD-B116-D2592CBF4B7A}">
      <dgm:prSet/>
      <dgm:spPr/>
      <dgm:t>
        <a:bodyPr/>
        <a:lstStyle/>
        <a:p>
          <a:endParaRPr lang="fr-FR"/>
        </a:p>
      </dgm:t>
    </dgm:pt>
    <dgm:pt modelId="{4B80D0B7-11B2-4A5F-AC25-52267CC4BD98}" type="sibTrans" cxnId="{54CE2E9A-FF62-4AAD-B116-D2592CBF4B7A}">
      <dgm:prSet/>
      <dgm:spPr/>
      <dgm:t>
        <a:bodyPr/>
        <a:lstStyle/>
        <a:p>
          <a:endParaRPr lang="fr-FR"/>
        </a:p>
      </dgm:t>
    </dgm:pt>
    <dgm:pt modelId="{78FDF9EF-5A72-4B81-9762-6CD8E203DAEE}">
      <dgm:prSet phldrT="[Texte]"/>
      <dgm:spPr/>
      <dgm:t>
        <a:bodyPr/>
        <a:lstStyle/>
        <a:p>
          <a:r>
            <a:rPr lang="fr-FR" dirty="0"/>
            <a:t>Barres</a:t>
          </a:r>
        </a:p>
      </dgm:t>
    </dgm:pt>
    <dgm:pt modelId="{209D3331-84BD-4DA8-B25B-2A6CDAF21C6D}" type="parTrans" cxnId="{F2E43B51-14EA-4819-9A32-44A2681D754B}">
      <dgm:prSet/>
      <dgm:spPr/>
      <dgm:t>
        <a:bodyPr/>
        <a:lstStyle/>
        <a:p>
          <a:endParaRPr lang="fr-FR"/>
        </a:p>
      </dgm:t>
    </dgm:pt>
    <dgm:pt modelId="{68E1D1B5-9C66-4C05-9CFE-4BAFA167F05C}" type="sibTrans" cxnId="{F2E43B51-14EA-4819-9A32-44A2681D754B}">
      <dgm:prSet/>
      <dgm:spPr/>
      <dgm:t>
        <a:bodyPr/>
        <a:lstStyle/>
        <a:p>
          <a:endParaRPr lang="fr-FR"/>
        </a:p>
      </dgm:t>
    </dgm:pt>
    <dgm:pt modelId="{110DC9C8-C351-4FBE-9246-258F6DBA0F31}">
      <dgm:prSet phldrT="[Texte]"/>
      <dgm:spPr/>
      <dgm:t>
        <a:bodyPr/>
        <a:lstStyle/>
        <a:p>
          <a:r>
            <a:rPr lang="fr-FR" dirty="0"/>
            <a:t>Ronde</a:t>
          </a:r>
        </a:p>
      </dgm:t>
    </dgm:pt>
    <dgm:pt modelId="{46EB6B8C-E0A1-49A9-9AC9-67CD19D32CF1}" type="parTrans" cxnId="{4B77E15C-1045-402C-BCAB-AC18B5A1A5F2}">
      <dgm:prSet/>
      <dgm:spPr/>
      <dgm:t>
        <a:bodyPr/>
        <a:lstStyle/>
        <a:p>
          <a:endParaRPr lang="fr-FR"/>
        </a:p>
      </dgm:t>
    </dgm:pt>
    <dgm:pt modelId="{B762FF11-205C-4F55-A6EB-AEF47D46272B}" type="sibTrans" cxnId="{4B77E15C-1045-402C-BCAB-AC18B5A1A5F2}">
      <dgm:prSet/>
      <dgm:spPr/>
      <dgm:t>
        <a:bodyPr/>
        <a:lstStyle/>
        <a:p>
          <a:endParaRPr lang="fr-FR"/>
        </a:p>
      </dgm:t>
    </dgm:pt>
    <dgm:pt modelId="{8239BECC-0F87-4C67-A85A-717A738A69FD}">
      <dgm:prSet phldrT="[Texte]"/>
      <dgm:spPr/>
      <dgm:t>
        <a:bodyPr/>
        <a:lstStyle/>
        <a:p>
          <a:r>
            <a:rPr lang="fr-FR" dirty="0"/>
            <a:t>Carré</a:t>
          </a:r>
        </a:p>
      </dgm:t>
    </dgm:pt>
    <dgm:pt modelId="{416524BF-2AF2-4134-927F-1C3D2ADC9F5C}" type="parTrans" cxnId="{478EF401-0C15-421C-B921-71F404DECC93}">
      <dgm:prSet/>
      <dgm:spPr/>
      <dgm:t>
        <a:bodyPr/>
        <a:lstStyle/>
        <a:p>
          <a:endParaRPr lang="fr-FR"/>
        </a:p>
      </dgm:t>
    </dgm:pt>
    <dgm:pt modelId="{A4B7A48D-D31C-4732-AF03-949591E1CA8F}" type="sibTrans" cxnId="{478EF401-0C15-421C-B921-71F404DECC93}">
      <dgm:prSet/>
      <dgm:spPr/>
      <dgm:t>
        <a:bodyPr/>
        <a:lstStyle/>
        <a:p>
          <a:endParaRPr lang="fr-FR"/>
        </a:p>
      </dgm:t>
    </dgm:pt>
    <dgm:pt modelId="{949432D3-4DBF-48E1-B39A-D475EA7BB11C}">
      <dgm:prSet phldrT="[Texte]"/>
      <dgm:spPr/>
      <dgm:t>
        <a:bodyPr/>
        <a:lstStyle/>
        <a:p>
          <a:r>
            <a:rPr lang="fr-FR" dirty="0"/>
            <a:t>Méplat</a:t>
          </a:r>
        </a:p>
      </dgm:t>
    </dgm:pt>
    <dgm:pt modelId="{D9E74DA9-0856-4115-8552-A8F355E84C10}" type="parTrans" cxnId="{00D13C19-CC23-45FE-B231-2EF7A6E99A16}">
      <dgm:prSet/>
      <dgm:spPr/>
      <dgm:t>
        <a:bodyPr/>
        <a:lstStyle/>
        <a:p>
          <a:endParaRPr lang="fr-FR"/>
        </a:p>
      </dgm:t>
    </dgm:pt>
    <dgm:pt modelId="{A832C6B9-7894-49EB-90D3-49B7E7D20A88}" type="sibTrans" cxnId="{00D13C19-CC23-45FE-B231-2EF7A6E99A16}">
      <dgm:prSet/>
      <dgm:spPr/>
      <dgm:t>
        <a:bodyPr/>
        <a:lstStyle/>
        <a:p>
          <a:endParaRPr lang="fr-FR"/>
        </a:p>
      </dgm:t>
    </dgm:pt>
    <dgm:pt modelId="{A39143F1-9FB0-4AD3-935B-1846BDE24411}">
      <dgm:prSet phldrT="[Texte]"/>
      <dgm:spPr/>
      <dgm:t>
        <a:bodyPr/>
        <a:lstStyle/>
        <a:p>
          <a:r>
            <a:rPr lang="fr-FR" dirty="0"/>
            <a:t>Profilés</a:t>
          </a:r>
        </a:p>
      </dgm:t>
    </dgm:pt>
    <dgm:pt modelId="{CAC84F7A-3E11-4F02-BCC1-0933434F60CD}" type="parTrans" cxnId="{9C77F959-D076-4463-87B5-40FB2EFF939B}">
      <dgm:prSet/>
      <dgm:spPr/>
      <dgm:t>
        <a:bodyPr/>
        <a:lstStyle/>
        <a:p>
          <a:endParaRPr lang="fr-FR"/>
        </a:p>
      </dgm:t>
    </dgm:pt>
    <dgm:pt modelId="{AB6CA0F4-0397-4E77-A58B-22414427DC19}" type="sibTrans" cxnId="{9C77F959-D076-4463-87B5-40FB2EFF939B}">
      <dgm:prSet/>
      <dgm:spPr/>
      <dgm:t>
        <a:bodyPr/>
        <a:lstStyle/>
        <a:p>
          <a:endParaRPr lang="fr-FR"/>
        </a:p>
      </dgm:t>
    </dgm:pt>
    <dgm:pt modelId="{5702EB59-FC4A-424F-9E9A-F9E05EC220FB}">
      <dgm:prSet phldrT="[Texte]"/>
      <dgm:spPr/>
      <dgm:t>
        <a:bodyPr/>
        <a:lstStyle/>
        <a:p>
          <a:r>
            <a:rPr lang="fr-FR" dirty="0"/>
            <a:t>Tubes rond</a:t>
          </a:r>
        </a:p>
      </dgm:t>
    </dgm:pt>
    <dgm:pt modelId="{A4A1FAD3-CC0C-44F3-9245-3B8FF5AEB355}" type="parTrans" cxnId="{A5848D4F-AE9D-4689-BE99-AADD1645B336}">
      <dgm:prSet/>
      <dgm:spPr/>
      <dgm:t>
        <a:bodyPr/>
        <a:lstStyle/>
        <a:p>
          <a:endParaRPr lang="fr-FR"/>
        </a:p>
      </dgm:t>
    </dgm:pt>
    <dgm:pt modelId="{BE7E1B2A-FB0D-4E4B-A35D-AFDCF1310C59}" type="sibTrans" cxnId="{A5848D4F-AE9D-4689-BE99-AADD1645B336}">
      <dgm:prSet/>
      <dgm:spPr/>
      <dgm:t>
        <a:bodyPr/>
        <a:lstStyle/>
        <a:p>
          <a:endParaRPr lang="fr-FR"/>
        </a:p>
      </dgm:t>
    </dgm:pt>
    <dgm:pt modelId="{97EAE322-E547-4416-86A0-3A5F9B4D3973}">
      <dgm:prSet phldrT="[Texte]"/>
      <dgm:spPr/>
      <dgm:t>
        <a:bodyPr/>
        <a:lstStyle/>
        <a:p>
          <a:r>
            <a:rPr lang="fr-FR" dirty="0"/>
            <a:t>Tubes carrés</a:t>
          </a:r>
        </a:p>
      </dgm:t>
    </dgm:pt>
    <dgm:pt modelId="{32181C2F-7A1F-4F73-A725-61F186966EDC}" type="parTrans" cxnId="{664114CF-ED88-4B2A-8BEE-104A61C3DF07}">
      <dgm:prSet/>
      <dgm:spPr/>
      <dgm:t>
        <a:bodyPr/>
        <a:lstStyle/>
        <a:p>
          <a:endParaRPr lang="fr-FR"/>
        </a:p>
      </dgm:t>
    </dgm:pt>
    <dgm:pt modelId="{2DD8FCD7-F189-4E05-8391-978A0229594C}" type="sibTrans" cxnId="{664114CF-ED88-4B2A-8BEE-104A61C3DF07}">
      <dgm:prSet/>
      <dgm:spPr/>
      <dgm:t>
        <a:bodyPr/>
        <a:lstStyle/>
        <a:p>
          <a:endParaRPr lang="fr-FR"/>
        </a:p>
      </dgm:t>
    </dgm:pt>
    <dgm:pt modelId="{73C9083D-09E6-434B-8444-47A4209C88EF}">
      <dgm:prSet phldrT="[Texte]"/>
      <dgm:spPr/>
      <dgm:t>
        <a:bodyPr/>
        <a:lstStyle/>
        <a:p>
          <a:r>
            <a:rPr lang="fr-FR" dirty="0"/>
            <a:t>Cornière</a:t>
          </a:r>
        </a:p>
      </dgm:t>
    </dgm:pt>
    <dgm:pt modelId="{677692FB-5B83-43E4-A3F8-4DDAE11974CD}" type="parTrans" cxnId="{AC406757-DEAE-428F-83D7-0B4B8EC9D7BF}">
      <dgm:prSet/>
      <dgm:spPr/>
      <dgm:t>
        <a:bodyPr/>
        <a:lstStyle/>
        <a:p>
          <a:endParaRPr lang="fr-FR"/>
        </a:p>
      </dgm:t>
    </dgm:pt>
    <dgm:pt modelId="{90CCB1A0-C438-48D5-8DB9-693539194854}" type="sibTrans" cxnId="{AC406757-DEAE-428F-83D7-0B4B8EC9D7BF}">
      <dgm:prSet/>
      <dgm:spPr/>
      <dgm:t>
        <a:bodyPr/>
        <a:lstStyle/>
        <a:p>
          <a:endParaRPr lang="fr-FR"/>
        </a:p>
      </dgm:t>
    </dgm:pt>
    <dgm:pt modelId="{0B61BF4F-96FC-4D06-92EE-E283B757012D}">
      <dgm:prSet phldrT="[Texte]"/>
      <dgm:spPr/>
      <dgm:t>
        <a:bodyPr/>
        <a:lstStyle/>
        <a:p>
          <a:r>
            <a:rPr lang="fr-FR" dirty="0"/>
            <a:t>Tubes rectangulaires</a:t>
          </a:r>
        </a:p>
      </dgm:t>
    </dgm:pt>
    <dgm:pt modelId="{1B6B9D10-098B-4D86-A4CE-824C27B76CF3}" type="parTrans" cxnId="{D5754A8B-9BC0-44D8-BC49-2D9180CDBC3C}">
      <dgm:prSet/>
      <dgm:spPr/>
      <dgm:t>
        <a:bodyPr/>
        <a:lstStyle/>
        <a:p>
          <a:endParaRPr lang="fr-FR"/>
        </a:p>
      </dgm:t>
    </dgm:pt>
    <dgm:pt modelId="{AFC3720F-8088-4D2F-8F33-7EB8F4823404}" type="sibTrans" cxnId="{D5754A8B-9BC0-44D8-BC49-2D9180CDBC3C}">
      <dgm:prSet/>
      <dgm:spPr/>
      <dgm:t>
        <a:bodyPr/>
        <a:lstStyle/>
        <a:p>
          <a:endParaRPr lang="fr-FR"/>
        </a:p>
      </dgm:t>
    </dgm:pt>
    <dgm:pt modelId="{A6E13496-07EE-4D09-98A1-519905CBF266}">
      <dgm:prSet phldrT="[Texte]"/>
      <dgm:spPr/>
      <dgm:t>
        <a:bodyPr/>
        <a:lstStyle/>
        <a:p>
          <a:r>
            <a:rPr lang="fr-FR" dirty="0"/>
            <a:t>Plat</a:t>
          </a:r>
        </a:p>
      </dgm:t>
    </dgm:pt>
    <dgm:pt modelId="{073A8672-B36C-45F0-9270-BED927A0A2D0}" type="parTrans" cxnId="{5A2676CF-DA90-4622-9D8A-2EA18E42CD37}">
      <dgm:prSet/>
      <dgm:spPr/>
      <dgm:t>
        <a:bodyPr/>
        <a:lstStyle/>
        <a:p>
          <a:endParaRPr lang="fr-FR"/>
        </a:p>
      </dgm:t>
    </dgm:pt>
    <dgm:pt modelId="{F6F873CC-F7D7-486A-BF7B-39CDE44105AD}" type="sibTrans" cxnId="{5A2676CF-DA90-4622-9D8A-2EA18E42CD37}">
      <dgm:prSet/>
      <dgm:spPr/>
      <dgm:t>
        <a:bodyPr/>
        <a:lstStyle/>
        <a:p>
          <a:endParaRPr lang="fr-FR"/>
        </a:p>
      </dgm:t>
    </dgm:pt>
    <dgm:pt modelId="{2FB53EE3-4822-472D-AC68-501349331584}">
      <dgm:prSet phldrT="[Texte]"/>
      <dgm:spPr/>
      <dgm:t>
        <a:bodyPr/>
        <a:lstStyle/>
        <a:p>
          <a:r>
            <a:rPr lang="fr-FR" dirty="0"/>
            <a:t>1000 x 2000</a:t>
          </a:r>
        </a:p>
      </dgm:t>
    </dgm:pt>
    <dgm:pt modelId="{CA44CD1F-5C2A-4F49-9CE6-45E079FE4DFA}" type="parTrans" cxnId="{BDE9FB22-F35E-48E7-A5CC-BCC92261410A}">
      <dgm:prSet/>
      <dgm:spPr/>
      <dgm:t>
        <a:bodyPr/>
        <a:lstStyle/>
        <a:p>
          <a:endParaRPr lang="fr-FR"/>
        </a:p>
      </dgm:t>
    </dgm:pt>
    <dgm:pt modelId="{C5679DA6-294E-4AF4-97CE-28345CC30C9E}" type="sibTrans" cxnId="{BDE9FB22-F35E-48E7-A5CC-BCC92261410A}">
      <dgm:prSet/>
      <dgm:spPr/>
      <dgm:t>
        <a:bodyPr/>
        <a:lstStyle/>
        <a:p>
          <a:endParaRPr lang="fr-FR"/>
        </a:p>
      </dgm:t>
    </dgm:pt>
    <dgm:pt modelId="{36748D2B-5242-4B73-AD67-5A4B21466DCA}">
      <dgm:prSet phldrT="[Texte]"/>
      <dgm:spPr/>
      <dgm:t>
        <a:bodyPr/>
        <a:lstStyle/>
        <a:p>
          <a:r>
            <a:rPr lang="fr-FR" dirty="0"/>
            <a:t>Epaisseur</a:t>
          </a:r>
        </a:p>
      </dgm:t>
    </dgm:pt>
    <dgm:pt modelId="{D4F38C0B-A2AC-4314-9950-C3B7DC328904}" type="parTrans" cxnId="{E16669DA-F8AF-4EAD-8B54-DFC66BFF3035}">
      <dgm:prSet/>
      <dgm:spPr/>
      <dgm:t>
        <a:bodyPr/>
        <a:lstStyle/>
        <a:p>
          <a:endParaRPr lang="fr-FR"/>
        </a:p>
      </dgm:t>
    </dgm:pt>
    <dgm:pt modelId="{4D356F11-A370-4B39-B9C0-EABBDAC2C47B}" type="sibTrans" cxnId="{E16669DA-F8AF-4EAD-8B54-DFC66BFF3035}">
      <dgm:prSet/>
      <dgm:spPr/>
      <dgm:t>
        <a:bodyPr/>
        <a:lstStyle/>
        <a:p>
          <a:endParaRPr lang="fr-FR"/>
        </a:p>
      </dgm:t>
    </dgm:pt>
    <dgm:pt modelId="{B824B25B-7B12-4AC8-B80B-D22A78AD65C8}">
      <dgm:prSet phldrT="[Texte]"/>
      <dgm:spPr/>
      <dgm:t>
        <a:bodyPr/>
        <a:lstStyle/>
        <a:p>
          <a:r>
            <a:rPr lang="fr-FR" dirty="0"/>
            <a:t>Diamètre</a:t>
          </a:r>
        </a:p>
      </dgm:t>
    </dgm:pt>
    <dgm:pt modelId="{E10F0EFE-0D89-4D47-8255-9A8B9FD6F1CB}" type="parTrans" cxnId="{4CA95D72-1122-4EEC-AFDF-FA914CF936A4}">
      <dgm:prSet/>
      <dgm:spPr/>
      <dgm:t>
        <a:bodyPr/>
        <a:lstStyle/>
        <a:p>
          <a:endParaRPr lang="fr-FR"/>
        </a:p>
      </dgm:t>
    </dgm:pt>
    <dgm:pt modelId="{0A2B3D50-8878-4C79-93A7-A491A8B4A45A}" type="sibTrans" cxnId="{4CA95D72-1122-4EEC-AFDF-FA914CF936A4}">
      <dgm:prSet/>
      <dgm:spPr/>
      <dgm:t>
        <a:bodyPr/>
        <a:lstStyle/>
        <a:p>
          <a:endParaRPr lang="fr-FR"/>
        </a:p>
      </dgm:t>
    </dgm:pt>
    <dgm:pt modelId="{0B8C8BF2-CF71-49B4-8B91-3EC7431494DD}">
      <dgm:prSet phldrT="[Texte]"/>
      <dgm:spPr/>
      <dgm:t>
        <a:bodyPr/>
        <a:lstStyle/>
        <a:p>
          <a:r>
            <a:rPr lang="fr-FR" dirty="0"/>
            <a:t>Longueur coupée</a:t>
          </a:r>
        </a:p>
      </dgm:t>
    </dgm:pt>
    <dgm:pt modelId="{5056D966-B8B4-4466-B5FB-1765668E579D}" type="parTrans" cxnId="{252E1FCD-2428-4A1B-B291-39D25CD0539C}">
      <dgm:prSet/>
      <dgm:spPr/>
      <dgm:t>
        <a:bodyPr/>
        <a:lstStyle/>
        <a:p>
          <a:endParaRPr lang="fr-FR"/>
        </a:p>
      </dgm:t>
    </dgm:pt>
    <dgm:pt modelId="{56E1EFAB-B144-460F-8978-E3B9C2C08175}" type="sibTrans" cxnId="{252E1FCD-2428-4A1B-B291-39D25CD0539C}">
      <dgm:prSet/>
      <dgm:spPr/>
      <dgm:t>
        <a:bodyPr/>
        <a:lstStyle/>
        <a:p>
          <a:endParaRPr lang="fr-FR"/>
        </a:p>
      </dgm:t>
    </dgm:pt>
    <dgm:pt modelId="{56F3024C-1A72-4B3E-B1F9-C6570BBE2191}">
      <dgm:prSet phldrT="[Texte]"/>
      <dgm:spPr/>
      <dgm:t>
        <a:bodyPr/>
        <a:lstStyle/>
        <a:p>
          <a:r>
            <a:rPr lang="fr-FR" dirty="0"/>
            <a:t>Coté</a:t>
          </a:r>
        </a:p>
      </dgm:t>
    </dgm:pt>
    <dgm:pt modelId="{DB10B14E-0773-4B5F-AE74-A7D728BF3E99}" type="parTrans" cxnId="{847B6267-C675-472F-B52F-CC1695A41175}">
      <dgm:prSet/>
      <dgm:spPr/>
      <dgm:t>
        <a:bodyPr/>
        <a:lstStyle/>
        <a:p>
          <a:endParaRPr lang="fr-FR"/>
        </a:p>
      </dgm:t>
    </dgm:pt>
    <dgm:pt modelId="{C879D6D0-D993-4AB8-BAC4-10F5F0A72477}" type="sibTrans" cxnId="{847B6267-C675-472F-B52F-CC1695A41175}">
      <dgm:prSet/>
      <dgm:spPr/>
      <dgm:t>
        <a:bodyPr/>
        <a:lstStyle/>
        <a:p>
          <a:endParaRPr lang="fr-FR"/>
        </a:p>
      </dgm:t>
    </dgm:pt>
    <dgm:pt modelId="{CA2F2CA9-6979-4B06-A665-B1681AB2CDD3}">
      <dgm:prSet phldrT="[Texte]"/>
      <dgm:spPr/>
      <dgm:t>
        <a:bodyPr/>
        <a:lstStyle/>
        <a:p>
          <a:r>
            <a:rPr lang="fr-FR" dirty="0"/>
            <a:t>Longueur coupée</a:t>
          </a:r>
        </a:p>
      </dgm:t>
    </dgm:pt>
    <dgm:pt modelId="{B2F13DBF-275A-48E9-9572-4C53BF995AA3}" type="parTrans" cxnId="{222A02C2-4215-4AFC-A4B1-306198E26290}">
      <dgm:prSet/>
      <dgm:spPr/>
      <dgm:t>
        <a:bodyPr/>
        <a:lstStyle/>
        <a:p>
          <a:endParaRPr lang="fr-FR"/>
        </a:p>
      </dgm:t>
    </dgm:pt>
    <dgm:pt modelId="{D3857569-9B67-459F-A07C-F2F9272607D5}" type="sibTrans" cxnId="{222A02C2-4215-4AFC-A4B1-306198E26290}">
      <dgm:prSet/>
      <dgm:spPr/>
      <dgm:t>
        <a:bodyPr/>
        <a:lstStyle/>
        <a:p>
          <a:endParaRPr lang="fr-FR"/>
        </a:p>
      </dgm:t>
    </dgm:pt>
    <dgm:pt modelId="{760404C7-D040-4F8A-9194-E9E19F3AD67D}">
      <dgm:prSet phldrT="[Texte]"/>
      <dgm:spPr/>
      <dgm:t>
        <a:bodyPr/>
        <a:lstStyle/>
        <a:p>
          <a:r>
            <a:rPr lang="fr-FR" dirty="0"/>
            <a:t>Largeur</a:t>
          </a:r>
        </a:p>
      </dgm:t>
    </dgm:pt>
    <dgm:pt modelId="{E88F5258-DF83-4011-8B0B-227BCC846A49}" type="parTrans" cxnId="{94F1C889-7F61-4955-A7EB-E3F80CD7F301}">
      <dgm:prSet/>
      <dgm:spPr/>
      <dgm:t>
        <a:bodyPr/>
        <a:lstStyle/>
        <a:p>
          <a:endParaRPr lang="fr-FR"/>
        </a:p>
      </dgm:t>
    </dgm:pt>
    <dgm:pt modelId="{FA431D17-8231-4657-8080-284D13EC4FD2}" type="sibTrans" cxnId="{94F1C889-7F61-4955-A7EB-E3F80CD7F301}">
      <dgm:prSet/>
      <dgm:spPr/>
      <dgm:t>
        <a:bodyPr/>
        <a:lstStyle/>
        <a:p>
          <a:endParaRPr lang="fr-FR"/>
        </a:p>
      </dgm:t>
    </dgm:pt>
    <dgm:pt modelId="{DC69C5DD-52E6-4790-BA86-2ED3FA2BB4F7}">
      <dgm:prSet phldrT="[Texte]"/>
      <dgm:spPr/>
      <dgm:t>
        <a:bodyPr/>
        <a:lstStyle/>
        <a:p>
          <a:r>
            <a:rPr lang="fr-FR" dirty="0"/>
            <a:t>Longueur coupée</a:t>
          </a:r>
        </a:p>
      </dgm:t>
    </dgm:pt>
    <dgm:pt modelId="{B7D2EFA2-1ECF-470D-BDE5-B06BB42EACFD}" type="parTrans" cxnId="{2D70D27A-645E-4D0A-9FA7-61DFF27F2CDD}">
      <dgm:prSet/>
      <dgm:spPr/>
      <dgm:t>
        <a:bodyPr/>
        <a:lstStyle/>
        <a:p>
          <a:endParaRPr lang="fr-FR"/>
        </a:p>
      </dgm:t>
    </dgm:pt>
    <dgm:pt modelId="{0809645A-0FC9-4776-A7D9-1749FBBD5C3F}" type="sibTrans" cxnId="{2D70D27A-645E-4D0A-9FA7-61DFF27F2CDD}">
      <dgm:prSet/>
      <dgm:spPr/>
      <dgm:t>
        <a:bodyPr/>
        <a:lstStyle/>
        <a:p>
          <a:endParaRPr lang="fr-FR"/>
        </a:p>
      </dgm:t>
    </dgm:pt>
    <dgm:pt modelId="{7BD46054-DE61-46A0-A4A9-110AF055C4E1}">
      <dgm:prSet phldrT="[Texte]"/>
      <dgm:spPr/>
      <dgm:t>
        <a:bodyPr/>
        <a:lstStyle/>
        <a:p>
          <a:r>
            <a:rPr lang="fr-FR" dirty="0"/>
            <a:t>Diamètre </a:t>
          </a:r>
          <a:r>
            <a:rPr lang="fr-FR" dirty="0" err="1"/>
            <a:t>ext</a:t>
          </a:r>
          <a:endParaRPr lang="fr-FR" dirty="0"/>
        </a:p>
      </dgm:t>
    </dgm:pt>
    <dgm:pt modelId="{571557EB-5BED-43B3-BF8E-D1227C3AB811}" type="parTrans" cxnId="{0D120E5B-044B-45BC-9642-4F4BCB4068A6}">
      <dgm:prSet/>
      <dgm:spPr/>
      <dgm:t>
        <a:bodyPr/>
        <a:lstStyle/>
        <a:p>
          <a:endParaRPr lang="fr-FR"/>
        </a:p>
      </dgm:t>
    </dgm:pt>
    <dgm:pt modelId="{315DBACA-F855-4E07-A124-7346B569C293}" type="sibTrans" cxnId="{0D120E5B-044B-45BC-9642-4F4BCB4068A6}">
      <dgm:prSet/>
      <dgm:spPr/>
      <dgm:t>
        <a:bodyPr/>
        <a:lstStyle/>
        <a:p>
          <a:endParaRPr lang="fr-FR"/>
        </a:p>
      </dgm:t>
    </dgm:pt>
    <dgm:pt modelId="{B15224BA-BF20-4448-A7A6-E6F91D14C254}">
      <dgm:prSet phldrT="[Texte]" custT="1"/>
      <dgm:spPr>
        <a:solidFill>
          <a:srgbClr val="196B24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0160" tIns="10160" rIns="10160" bIns="101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Epaisseur</a:t>
          </a:r>
        </a:p>
      </dgm:t>
    </dgm:pt>
    <dgm:pt modelId="{4053E991-C5BB-4685-BD67-03B0577A08C2}" type="parTrans" cxnId="{B95309A4-7354-4371-90BC-2F518BC0724B}">
      <dgm:prSet/>
      <dgm:spPr/>
      <dgm:t>
        <a:bodyPr/>
        <a:lstStyle/>
        <a:p>
          <a:endParaRPr lang="fr-FR"/>
        </a:p>
      </dgm:t>
    </dgm:pt>
    <dgm:pt modelId="{35838237-769D-4328-BE24-4E4ABFF41621}" type="sibTrans" cxnId="{B95309A4-7354-4371-90BC-2F518BC0724B}">
      <dgm:prSet/>
      <dgm:spPr/>
      <dgm:t>
        <a:bodyPr/>
        <a:lstStyle/>
        <a:p>
          <a:endParaRPr lang="fr-FR"/>
        </a:p>
      </dgm:t>
    </dgm:pt>
    <dgm:pt modelId="{9FBFD05B-7184-410A-975D-329B7990440F}">
      <dgm:prSet phldrT="[Texte]"/>
      <dgm:spPr/>
      <dgm:t>
        <a:bodyPr/>
        <a:lstStyle/>
        <a:p>
          <a:r>
            <a:rPr lang="fr-FR" dirty="0"/>
            <a:t>Longueur coupée</a:t>
          </a:r>
        </a:p>
      </dgm:t>
    </dgm:pt>
    <dgm:pt modelId="{C74D2598-98E0-4613-9B77-12738A98AF40}" type="parTrans" cxnId="{E58499AA-BF11-4C71-9359-A716290151C2}">
      <dgm:prSet/>
      <dgm:spPr/>
      <dgm:t>
        <a:bodyPr/>
        <a:lstStyle/>
        <a:p>
          <a:endParaRPr lang="fr-FR"/>
        </a:p>
      </dgm:t>
    </dgm:pt>
    <dgm:pt modelId="{45EA1163-AB90-4F69-B3CC-A6634D1BF2B2}" type="sibTrans" cxnId="{E58499AA-BF11-4C71-9359-A716290151C2}">
      <dgm:prSet/>
      <dgm:spPr/>
      <dgm:t>
        <a:bodyPr/>
        <a:lstStyle/>
        <a:p>
          <a:endParaRPr lang="fr-FR"/>
        </a:p>
      </dgm:t>
    </dgm:pt>
    <dgm:pt modelId="{3BC4FF00-1237-4A81-BE3C-400F5AB8B068}">
      <dgm:prSet phldrT="[Texte]"/>
      <dgm:spPr/>
      <dgm:t>
        <a:bodyPr/>
        <a:lstStyle/>
        <a:p>
          <a:r>
            <a:rPr lang="fr-FR" dirty="0"/>
            <a:t>Coté </a:t>
          </a:r>
          <a:r>
            <a:rPr lang="fr-FR" dirty="0" err="1"/>
            <a:t>ext</a:t>
          </a:r>
          <a:endParaRPr lang="fr-FR" dirty="0"/>
        </a:p>
      </dgm:t>
    </dgm:pt>
    <dgm:pt modelId="{45A82353-138D-4BB1-9BEB-B302437BFF3F}" type="parTrans" cxnId="{F5E3DB28-EC52-41D0-8E7B-7599D4EFBEFF}">
      <dgm:prSet/>
      <dgm:spPr/>
      <dgm:t>
        <a:bodyPr/>
        <a:lstStyle/>
        <a:p>
          <a:endParaRPr lang="fr-FR"/>
        </a:p>
      </dgm:t>
    </dgm:pt>
    <dgm:pt modelId="{0982098F-EB6B-4E29-9D4E-5302AA2CDC19}" type="sibTrans" cxnId="{F5E3DB28-EC52-41D0-8E7B-7599D4EFBEFF}">
      <dgm:prSet/>
      <dgm:spPr/>
      <dgm:t>
        <a:bodyPr/>
        <a:lstStyle/>
        <a:p>
          <a:endParaRPr lang="fr-FR"/>
        </a:p>
      </dgm:t>
    </dgm:pt>
    <dgm:pt modelId="{F1274A9A-AF45-4CD8-86F1-BFC181E53312}">
      <dgm:prSet phldrT="[Texte]" custT="1"/>
      <dgm:spPr>
        <a:solidFill>
          <a:srgbClr val="196B24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0160" tIns="10160" rIns="10160" bIns="101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Epaisseur</a:t>
          </a:r>
        </a:p>
      </dgm:t>
    </dgm:pt>
    <dgm:pt modelId="{E034918E-D34B-40EB-99DE-FFC9BC65894A}" type="parTrans" cxnId="{533BF43E-CC3A-4C61-95BB-5E115CC8AFE7}">
      <dgm:prSet/>
      <dgm:spPr/>
      <dgm:t>
        <a:bodyPr/>
        <a:lstStyle/>
        <a:p>
          <a:endParaRPr lang="fr-FR"/>
        </a:p>
      </dgm:t>
    </dgm:pt>
    <dgm:pt modelId="{09D8989C-2C1E-40D8-B16A-E79E129AC9F3}" type="sibTrans" cxnId="{533BF43E-CC3A-4C61-95BB-5E115CC8AFE7}">
      <dgm:prSet/>
      <dgm:spPr/>
      <dgm:t>
        <a:bodyPr/>
        <a:lstStyle/>
        <a:p>
          <a:endParaRPr lang="fr-FR"/>
        </a:p>
      </dgm:t>
    </dgm:pt>
    <dgm:pt modelId="{955EEFF1-766E-4507-81DC-7D5008B64D2D}">
      <dgm:prSet phldrT="[Texte]"/>
      <dgm:spPr/>
      <dgm:t>
        <a:bodyPr/>
        <a:lstStyle/>
        <a:p>
          <a:r>
            <a:rPr lang="fr-FR" dirty="0"/>
            <a:t>Longueur coupée</a:t>
          </a:r>
        </a:p>
      </dgm:t>
    </dgm:pt>
    <dgm:pt modelId="{DA7E792F-9C58-42FB-8251-B3DA3FA5FD19}" type="parTrans" cxnId="{F332C3B3-FA33-4A33-A851-E98E07582FCE}">
      <dgm:prSet/>
      <dgm:spPr/>
      <dgm:t>
        <a:bodyPr/>
        <a:lstStyle/>
        <a:p>
          <a:endParaRPr lang="fr-FR"/>
        </a:p>
      </dgm:t>
    </dgm:pt>
    <dgm:pt modelId="{549F7B0E-2B8B-4C58-A9AC-D7D04F2EE4B5}" type="sibTrans" cxnId="{F332C3B3-FA33-4A33-A851-E98E07582FCE}">
      <dgm:prSet/>
      <dgm:spPr/>
      <dgm:t>
        <a:bodyPr/>
        <a:lstStyle/>
        <a:p>
          <a:endParaRPr lang="fr-FR"/>
        </a:p>
      </dgm:t>
    </dgm:pt>
    <dgm:pt modelId="{4DC553E4-2697-4566-9AD5-6A03948AAB39}">
      <dgm:prSet phldrT="[Texte]"/>
      <dgm:spPr/>
      <dgm:t>
        <a:bodyPr/>
        <a:lstStyle/>
        <a:p>
          <a:r>
            <a:rPr lang="fr-FR" dirty="0"/>
            <a:t>Largeur</a:t>
          </a:r>
        </a:p>
      </dgm:t>
    </dgm:pt>
    <dgm:pt modelId="{64A9FFD0-F478-4967-959C-18CF16974D84}" type="parTrans" cxnId="{3743F131-C45E-450D-8627-62B2254A6630}">
      <dgm:prSet/>
      <dgm:spPr/>
      <dgm:t>
        <a:bodyPr/>
        <a:lstStyle/>
        <a:p>
          <a:endParaRPr lang="fr-FR"/>
        </a:p>
      </dgm:t>
    </dgm:pt>
    <dgm:pt modelId="{4565CCF2-C36C-4AD4-801D-8402F17C450D}" type="sibTrans" cxnId="{3743F131-C45E-450D-8627-62B2254A6630}">
      <dgm:prSet/>
      <dgm:spPr/>
      <dgm:t>
        <a:bodyPr/>
        <a:lstStyle/>
        <a:p>
          <a:endParaRPr lang="fr-FR"/>
        </a:p>
      </dgm:t>
    </dgm:pt>
    <dgm:pt modelId="{B37CAF71-19AE-4464-8E6F-8B3728A76F47}">
      <dgm:prSet phldrT="[Texte]" custT="1"/>
      <dgm:spPr>
        <a:solidFill>
          <a:srgbClr val="196B24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0160" tIns="10160" rIns="10160" bIns="101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Epaisseur</a:t>
          </a:r>
        </a:p>
      </dgm:t>
    </dgm:pt>
    <dgm:pt modelId="{C57E3AF5-BC38-400C-B71B-9E36CF5F7A05}" type="parTrans" cxnId="{DA9CC46B-7A5E-4B89-A933-C7B295249406}">
      <dgm:prSet/>
      <dgm:spPr/>
      <dgm:t>
        <a:bodyPr/>
        <a:lstStyle/>
        <a:p>
          <a:endParaRPr lang="fr-FR"/>
        </a:p>
      </dgm:t>
    </dgm:pt>
    <dgm:pt modelId="{1F28AE3C-81C9-4A71-80AA-11B764D135AE}" type="sibTrans" cxnId="{DA9CC46B-7A5E-4B89-A933-C7B295249406}">
      <dgm:prSet/>
      <dgm:spPr/>
      <dgm:t>
        <a:bodyPr/>
        <a:lstStyle/>
        <a:p>
          <a:endParaRPr lang="fr-FR"/>
        </a:p>
      </dgm:t>
    </dgm:pt>
    <dgm:pt modelId="{D4FB161D-4BAE-4D32-B4A2-1AE8F2FBC496}">
      <dgm:prSet phldrT="[Texte]"/>
      <dgm:spPr/>
      <dgm:t>
        <a:bodyPr/>
        <a:lstStyle/>
        <a:p>
          <a:r>
            <a:rPr lang="fr-FR" dirty="0"/>
            <a:t>Largeur</a:t>
          </a:r>
        </a:p>
      </dgm:t>
    </dgm:pt>
    <dgm:pt modelId="{0CA8EDC2-F55E-42DC-A925-C50D0EAF77E0}" type="parTrans" cxnId="{D9730941-752F-41E9-BF15-4BD5EC2A6940}">
      <dgm:prSet/>
      <dgm:spPr/>
      <dgm:t>
        <a:bodyPr/>
        <a:lstStyle/>
        <a:p>
          <a:endParaRPr lang="fr-FR"/>
        </a:p>
      </dgm:t>
    </dgm:pt>
    <dgm:pt modelId="{80645E7E-301C-4478-A0A3-50EC60629661}" type="sibTrans" cxnId="{D9730941-752F-41E9-BF15-4BD5EC2A6940}">
      <dgm:prSet/>
      <dgm:spPr/>
      <dgm:t>
        <a:bodyPr/>
        <a:lstStyle/>
        <a:p>
          <a:endParaRPr lang="fr-FR"/>
        </a:p>
      </dgm:t>
    </dgm:pt>
    <dgm:pt modelId="{8A9D7216-D4EC-4EA2-B611-B6FB93C377E5}">
      <dgm:prSet phldrT="[Texte]" custT="1"/>
      <dgm:spPr>
        <a:solidFill>
          <a:srgbClr val="196B24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0160" tIns="10160" rIns="10160" bIns="101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Epaisseur</a:t>
          </a:r>
        </a:p>
      </dgm:t>
    </dgm:pt>
    <dgm:pt modelId="{386A776F-7ACB-408A-83E0-D4EABD5B9578}" type="parTrans" cxnId="{81242035-F578-449B-B837-CAE9615741E8}">
      <dgm:prSet/>
      <dgm:spPr/>
      <dgm:t>
        <a:bodyPr/>
        <a:lstStyle/>
        <a:p>
          <a:endParaRPr lang="fr-FR"/>
        </a:p>
      </dgm:t>
    </dgm:pt>
    <dgm:pt modelId="{597CEB0F-4ACA-4C16-8E4D-A2A9398A0100}" type="sibTrans" cxnId="{81242035-F578-449B-B837-CAE9615741E8}">
      <dgm:prSet/>
      <dgm:spPr/>
      <dgm:t>
        <a:bodyPr/>
        <a:lstStyle/>
        <a:p>
          <a:endParaRPr lang="fr-FR"/>
        </a:p>
      </dgm:t>
    </dgm:pt>
    <dgm:pt modelId="{A12F71D1-3934-4614-86B9-08DC7640419C}">
      <dgm:prSet phldrT="[Texte]"/>
      <dgm:spPr/>
      <dgm:t>
        <a:bodyPr/>
        <a:lstStyle/>
        <a:p>
          <a:r>
            <a:rPr lang="fr-FR" dirty="0"/>
            <a:t>Longueur coupée</a:t>
          </a:r>
        </a:p>
      </dgm:t>
    </dgm:pt>
    <dgm:pt modelId="{D1341265-E580-467B-8A65-F13346839A6C}" type="parTrans" cxnId="{B3FA5BD6-1CD9-4C53-BC66-B88380B77092}">
      <dgm:prSet/>
      <dgm:spPr/>
      <dgm:t>
        <a:bodyPr/>
        <a:lstStyle/>
        <a:p>
          <a:endParaRPr lang="fr-FR"/>
        </a:p>
      </dgm:t>
    </dgm:pt>
    <dgm:pt modelId="{29FC23CB-5C2C-4279-A8EF-CE8B7552F196}" type="sibTrans" cxnId="{B3FA5BD6-1CD9-4C53-BC66-B88380B77092}">
      <dgm:prSet/>
      <dgm:spPr/>
      <dgm:t>
        <a:bodyPr/>
        <a:lstStyle/>
        <a:p>
          <a:endParaRPr lang="fr-FR"/>
        </a:p>
      </dgm:t>
    </dgm:pt>
    <dgm:pt modelId="{94F1C239-CC46-4148-962E-5CB9475E1351}">
      <dgm:prSet phldrT="[Texte]"/>
      <dgm:spPr/>
      <dgm:t>
        <a:bodyPr/>
        <a:lstStyle/>
        <a:p>
          <a:r>
            <a:rPr lang="fr-FR" dirty="0"/>
            <a:t>Longueur coupée</a:t>
          </a:r>
        </a:p>
      </dgm:t>
    </dgm:pt>
    <dgm:pt modelId="{5C1AC4C5-EFCE-48EC-934F-7DB2078CF4B2}" type="parTrans" cxnId="{5D04B472-E703-4E7B-92DB-E78A507E2014}">
      <dgm:prSet/>
      <dgm:spPr/>
      <dgm:t>
        <a:bodyPr/>
        <a:lstStyle/>
        <a:p>
          <a:endParaRPr lang="fr-FR"/>
        </a:p>
      </dgm:t>
    </dgm:pt>
    <dgm:pt modelId="{27BDA730-AE1D-4391-A29B-730831FFDA91}" type="sibTrans" cxnId="{5D04B472-E703-4E7B-92DB-E78A507E2014}">
      <dgm:prSet/>
      <dgm:spPr/>
      <dgm:t>
        <a:bodyPr/>
        <a:lstStyle/>
        <a:p>
          <a:endParaRPr lang="fr-FR"/>
        </a:p>
      </dgm:t>
    </dgm:pt>
    <dgm:pt modelId="{CDC13BAC-293B-49A6-8B20-DC0BDF17500A}">
      <dgm:prSet phldrT="[Texte]"/>
      <dgm:spPr/>
      <dgm:t>
        <a:bodyPr/>
        <a:lstStyle/>
        <a:p>
          <a:r>
            <a:rPr lang="fr-FR" dirty="0"/>
            <a:t>Largeur</a:t>
          </a:r>
        </a:p>
      </dgm:t>
    </dgm:pt>
    <dgm:pt modelId="{4F89BC67-EB49-4BE6-A70A-CCEA5461FC9D}" type="parTrans" cxnId="{5B97EEB2-269C-4FDF-AAA3-4D86BA3E625C}">
      <dgm:prSet/>
      <dgm:spPr/>
      <dgm:t>
        <a:bodyPr/>
        <a:lstStyle/>
        <a:p>
          <a:endParaRPr lang="fr-FR"/>
        </a:p>
      </dgm:t>
    </dgm:pt>
    <dgm:pt modelId="{937FB1CA-631D-45A5-A22A-82AAC60DE06C}" type="sibTrans" cxnId="{5B97EEB2-269C-4FDF-AAA3-4D86BA3E625C}">
      <dgm:prSet/>
      <dgm:spPr/>
      <dgm:t>
        <a:bodyPr/>
        <a:lstStyle/>
        <a:p>
          <a:endParaRPr lang="fr-FR"/>
        </a:p>
      </dgm:t>
    </dgm:pt>
    <dgm:pt modelId="{1C894136-EA84-46F0-8A95-7B212CB8F358}">
      <dgm:prSet phldrT="[Texte]"/>
      <dgm:spPr/>
      <dgm:t>
        <a:bodyPr/>
        <a:lstStyle/>
        <a:p>
          <a:r>
            <a:rPr lang="fr-FR" dirty="0"/>
            <a:t>Longueur coupée</a:t>
          </a:r>
        </a:p>
      </dgm:t>
    </dgm:pt>
    <dgm:pt modelId="{6EE3DCAB-19C9-4759-9440-E5C16BA1707D}" type="parTrans" cxnId="{C9599389-58EE-4779-8993-DF98D8946E86}">
      <dgm:prSet/>
      <dgm:spPr/>
      <dgm:t>
        <a:bodyPr/>
        <a:lstStyle/>
        <a:p>
          <a:endParaRPr lang="fr-FR"/>
        </a:p>
      </dgm:t>
    </dgm:pt>
    <dgm:pt modelId="{34C023D2-C5F4-49D9-A026-BCC5DCAD5BBB}" type="sibTrans" cxnId="{C9599389-58EE-4779-8993-DF98D8946E86}">
      <dgm:prSet/>
      <dgm:spPr/>
      <dgm:t>
        <a:bodyPr/>
        <a:lstStyle/>
        <a:p>
          <a:endParaRPr lang="fr-FR"/>
        </a:p>
      </dgm:t>
    </dgm:pt>
    <dgm:pt modelId="{7AB047F3-DCC5-434D-BC39-BBF0D5706321}">
      <dgm:prSet phldrT="[Texte]" custT="1"/>
      <dgm:spPr>
        <a:solidFill>
          <a:srgbClr val="196B24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0160" tIns="10160" rIns="10160" bIns="101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 dirty="0">
            <a:solidFill>
              <a:prstClr val="white"/>
            </a:solidFill>
            <a:latin typeface="Aptos" panose="02110004020202020204"/>
            <a:ea typeface="+mn-ea"/>
            <a:cs typeface="+mn-cs"/>
          </a:endParaRPr>
        </a:p>
      </dgm:t>
    </dgm:pt>
    <dgm:pt modelId="{0433D76F-F8BB-4251-8C8A-CF1CFA380D3C}" type="parTrans" cxnId="{863361A6-8A34-4032-8AA0-64C7229E4D3C}">
      <dgm:prSet/>
      <dgm:spPr/>
      <dgm:t>
        <a:bodyPr/>
        <a:lstStyle/>
        <a:p>
          <a:endParaRPr lang="fr-FR"/>
        </a:p>
      </dgm:t>
    </dgm:pt>
    <dgm:pt modelId="{C95A5737-2DCC-43CF-B716-BD79B94AC9BA}" type="sibTrans" cxnId="{863361A6-8A34-4032-8AA0-64C7229E4D3C}">
      <dgm:prSet/>
      <dgm:spPr/>
      <dgm:t>
        <a:bodyPr/>
        <a:lstStyle/>
        <a:p>
          <a:endParaRPr lang="fr-FR"/>
        </a:p>
      </dgm:t>
    </dgm:pt>
    <dgm:pt modelId="{BC5698BC-89F2-4C95-96DE-89D00FA8B985}">
      <dgm:prSet phldrT="[Texte]" custT="1"/>
      <dgm:spPr>
        <a:solidFill>
          <a:srgbClr val="196B24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0160" tIns="10160" rIns="10160" bIns="101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 dirty="0">
            <a:solidFill>
              <a:prstClr val="white"/>
            </a:solidFill>
            <a:latin typeface="Aptos" panose="02110004020202020204"/>
            <a:ea typeface="+mn-ea"/>
            <a:cs typeface="+mn-cs"/>
          </a:endParaRPr>
        </a:p>
      </dgm:t>
    </dgm:pt>
    <dgm:pt modelId="{DA2B72E2-D850-48E0-98D4-3532C665768A}" type="parTrans" cxnId="{D9CEFC4B-AFCB-4C89-9D1A-7F5D7DDD3F0C}">
      <dgm:prSet/>
      <dgm:spPr/>
      <dgm:t>
        <a:bodyPr/>
        <a:lstStyle/>
        <a:p>
          <a:endParaRPr lang="fr-FR"/>
        </a:p>
      </dgm:t>
    </dgm:pt>
    <dgm:pt modelId="{10D364E7-912E-4F7B-B2E1-83C5B4DDFFF9}" type="sibTrans" cxnId="{D9CEFC4B-AFCB-4C89-9D1A-7F5D7DDD3F0C}">
      <dgm:prSet/>
      <dgm:spPr/>
      <dgm:t>
        <a:bodyPr/>
        <a:lstStyle/>
        <a:p>
          <a:endParaRPr lang="fr-FR"/>
        </a:p>
      </dgm:t>
    </dgm:pt>
    <dgm:pt modelId="{CE8F272F-4226-4547-9D29-7F99F3EFF473}">
      <dgm:prSet phldrT="[Texte]" custT="1"/>
      <dgm:spPr>
        <a:solidFill>
          <a:srgbClr val="196B24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0160" tIns="10160" rIns="10160" bIns="101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Hauteur</a:t>
          </a:r>
        </a:p>
      </dgm:t>
    </dgm:pt>
    <dgm:pt modelId="{F1CC558E-4C64-492D-AE03-AF91A7A8B628}" type="parTrans" cxnId="{D5A72469-C9AE-47E4-BB6D-0A150404F333}">
      <dgm:prSet/>
      <dgm:spPr/>
      <dgm:t>
        <a:bodyPr/>
        <a:lstStyle/>
        <a:p>
          <a:endParaRPr lang="fr-FR"/>
        </a:p>
      </dgm:t>
    </dgm:pt>
    <dgm:pt modelId="{30D74034-7D4C-4BB1-A3D6-6BE00495C347}" type="sibTrans" cxnId="{D5A72469-C9AE-47E4-BB6D-0A150404F333}">
      <dgm:prSet/>
      <dgm:spPr/>
      <dgm:t>
        <a:bodyPr/>
        <a:lstStyle/>
        <a:p>
          <a:endParaRPr lang="fr-FR"/>
        </a:p>
      </dgm:t>
    </dgm:pt>
    <dgm:pt modelId="{32CE10AC-6E5A-4533-9A42-DA332C6AD61B}">
      <dgm:prSet phldrT="[Texte]" custT="1"/>
      <dgm:spPr>
        <a:solidFill>
          <a:srgbClr val="196B24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0160" tIns="10160" rIns="10160" bIns="101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Hauteur</a:t>
          </a:r>
        </a:p>
      </dgm:t>
    </dgm:pt>
    <dgm:pt modelId="{4EBFD86C-E5C8-43A7-89C6-BE6AD8CC5113}" type="parTrans" cxnId="{C2D9A204-DA52-4360-9036-8F13943EC388}">
      <dgm:prSet/>
      <dgm:spPr/>
      <dgm:t>
        <a:bodyPr/>
        <a:lstStyle/>
        <a:p>
          <a:endParaRPr lang="fr-FR"/>
        </a:p>
      </dgm:t>
    </dgm:pt>
    <dgm:pt modelId="{8C9C4984-D266-45FA-891F-61670374D644}" type="sibTrans" cxnId="{C2D9A204-DA52-4360-9036-8F13943EC388}">
      <dgm:prSet/>
      <dgm:spPr/>
      <dgm:t>
        <a:bodyPr/>
        <a:lstStyle/>
        <a:p>
          <a:endParaRPr lang="fr-FR"/>
        </a:p>
      </dgm:t>
    </dgm:pt>
    <dgm:pt modelId="{2A41487B-3B9A-4D32-80CD-EC5E2FAFCE8B}">
      <dgm:prSet phldrT="[Texte]" custT="1"/>
      <dgm:spPr>
        <a:solidFill>
          <a:srgbClr val="196B24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0160" tIns="10160" rIns="10160" bIns="101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Hauteur</a:t>
          </a:r>
        </a:p>
      </dgm:t>
    </dgm:pt>
    <dgm:pt modelId="{0D15283F-2FAA-448E-800F-09A2B81ACC50}" type="parTrans" cxnId="{ECE2F22A-1F4F-4FE2-BD0C-BE97B5447C48}">
      <dgm:prSet/>
      <dgm:spPr/>
      <dgm:t>
        <a:bodyPr/>
        <a:lstStyle/>
        <a:p>
          <a:endParaRPr lang="fr-FR"/>
        </a:p>
      </dgm:t>
    </dgm:pt>
    <dgm:pt modelId="{CA381807-6EE8-4153-B8DD-CC54EA2ED44D}" type="sibTrans" cxnId="{ECE2F22A-1F4F-4FE2-BD0C-BE97B5447C48}">
      <dgm:prSet/>
      <dgm:spPr/>
      <dgm:t>
        <a:bodyPr/>
        <a:lstStyle/>
        <a:p>
          <a:endParaRPr lang="fr-FR"/>
        </a:p>
      </dgm:t>
    </dgm:pt>
    <dgm:pt modelId="{66DD149E-65E2-46D7-92F9-447E3FAE9119}">
      <dgm:prSet phldrT="[Texte]" custT="1"/>
      <dgm:spPr>
        <a:solidFill>
          <a:srgbClr val="196B24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0160" tIns="10160" rIns="10160" bIns="101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 dirty="0">
            <a:solidFill>
              <a:prstClr val="white"/>
            </a:solidFill>
            <a:latin typeface="Aptos" panose="02110004020202020204"/>
            <a:ea typeface="+mn-ea"/>
            <a:cs typeface="+mn-cs"/>
          </a:endParaRPr>
        </a:p>
      </dgm:t>
    </dgm:pt>
    <dgm:pt modelId="{6F2D4433-66FD-41A2-9396-DA1A3D22129B}" type="parTrans" cxnId="{2D762AE8-E0F6-433A-AA9B-863DF1986D74}">
      <dgm:prSet/>
      <dgm:spPr/>
      <dgm:t>
        <a:bodyPr/>
        <a:lstStyle/>
        <a:p>
          <a:endParaRPr lang="fr-FR"/>
        </a:p>
      </dgm:t>
    </dgm:pt>
    <dgm:pt modelId="{50DD19B0-3193-4B9B-9CE7-34F7408E2236}" type="sibTrans" cxnId="{2D762AE8-E0F6-433A-AA9B-863DF1986D74}">
      <dgm:prSet/>
      <dgm:spPr/>
      <dgm:t>
        <a:bodyPr/>
        <a:lstStyle/>
        <a:p>
          <a:endParaRPr lang="fr-FR"/>
        </a:p>
      </dgm:t>
    </dgm:pt>
    <dgm:pt modelId="{3DD2FF94-FCE2-40B0-9274-6E1B6A66D26E}">
      <dgm:prSet phldrT="[Texte]" custT="1"/>
      <dgm:spPr>
        <a:solidFill>
          <a:srgbClr val="196B24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0160" tIns="10160" rIns="10160" bIns="101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 dirty="0">
            <a:solidFill>
              <a:prstClr val="white"/>
            </a:solidFill>
            <a:latin typeface="Aptos" panose="02110004020202020204"/>
            <a:ea typeface="+mn-ea"/>
            <a:cs typeface="+mn-cs"/>
          </a:endParaRPr>
        </a:p>
      </dgm:t>
    </dgm:pt>
    <dgm:pt modelId="{7D3F963D-C968-4697-B190-FB3C26B969D3}" type="parTrans" cxnId="{4EACC811-B4E2-4535-8781-F002BAA1B0E9}">
      <dgm:prSet/>
      <dgm:spPr/>
      <dgm:t>
        <a:bodyPr/>
        <a:lstStyle/>
        <a:p>
          <a:endParaRPr lang="fr-FR"/>
        </a:p>
      </dgm:t>
    </dgm:pt>
    <dgm:pt modelId="{0002C699-FEBE-4B87-94D4-A488CC81A78F}" type="sibTrans" cxnId="{4EACC811-B4E2-4535-8781-F002BAA1B0E9}">
      <dgm:prSet/>
      <dgm:spPr/>
      <dgm:t>
        <a:bodyPr/>
        <a:lstStyle/>
        <a:p>
          <a:endParaRPr lang="fr-FR"/>
        </a:p>
      </dgm:t>
    </dgm:pt>
    <dgm:pt modelId="{9FCA17F6-83C4-4D47-98A2-FD7EFF7837F6}">
      <dgm:prSet phldrT="[Texte]" custT="1"/>
      <dgm:spPr>
        <a:solidFill>
          <a:srgbClr val="196B24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0160" tIns="10160" rIns="10160" bIns="101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 dirty="0">
            <a:solidFill>
              <a:prstClr val="white"/>
            </a:solidFill>
            <a:latin typeface="Aptos" panose="02110004020202020204"/>
            <a:ea typeface="+mn-ea"/>
            <a:cs typeface="+mn-cs"/>
          </a:endParaRPr>
        </a:p>
      </dgm:t>
    </dgm:pt>
    <dgm:pt modelId="{95BE5401-44FE-4E49-9594-F8A9D2F26B04}" type="parTrans" cxnId="{079549F5-EAA2-4E05-8CE3-BE81890131D8}">
      <dgm:prSet/>
      <dgm:spPr/>
      <dgm:t>
        <a:bodyPr/>
        <a:lstStyle/>
        <a:p>
          <a:endParaRPr lang="fr-FR"/>
        </a:p>
      </dgm:t>
    </dgm:pt>
    <dgm:pt modelId="{F0299F57-F046-4F44-8B8B-46A221E48BFA}" type="sibTrans" cxnId="{079549F5-EAA2-4E05-8CE3-BE81890131D8}">
      <dgm:prSet/>
      <dgm:spPr/>
      <dgm:t>
        <a:bodyPr/>
        <a:lstStyle/>
        <a:p>
          <a:endParaRPr lang="fr-FR"/>
        </a:p>
      </dgm:t>
    </dgm:pt>
    <dgm:pt modelId="{6FEC0AF6-489A-4173-BE96-8CA325258F3E}">
      <dgm:prSet phldrT="[Texte]" custT="1"/>
      <dgm:spPr>
        <a:solidFill>
          <a:srgbClr val="196B24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0160" tIns="10160" rIns="10160" bIns="101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 dirty="0">
            <a:solidFill>
              <a:prstClr val="white"/>
            </a:solidFill>
            <a:latin typeface="Aptos" panose="02110004020202020204"/>
            <a:ea typeface="+mn-ea"/>
            <a:cs typeface="+mn-cs"/>
          </a:endParaRPr>
        </a:p>
      </dgm:t>
    </dgm:pt>
    <dgm:pt modelId="{43A780D9-95CF-4BED-AAC1-A933DA82BE36}" type="parTrans" cxnId="{C9528169-7AA1-44B7-9F77-D1B163B630FB}">
      <dgm:prSet/>
      <dgm:spPr/>
      <dgm:t>
        <a:bodyPr/>
        <a:lstStyle/>
        <a:p>
          <a:endParaRPr lang="fr-FR"/>
        </a:p>
      </dgm:t>
    </dgm:pt>
    <dgm:pt modelId="{3555EF80-9342-4781-8181-278391542D56}" type="sibTrans" cxnId="{C9528169-7AA1-44B7-9F77-D1B163B630FB}">
      <dgm:prSet/>
      <dgm:spPr/>
      <dgm:t>
        <a:bodyPr/>
        <a:lstStyle/>
        <a:p>
          <a:endParaRPr lang="fr-FR"/>
        </a:p>
      </dgm:t>
    </dgm:pt>
    <dgm:pt modelId="{48161009-C7BD-4824-A692-8577220BEDF7}">
      <dgm:prSet phldrT="[Texte]" custT="1"/>
      <dgm:spPr>
        <a:solidFill>
          <a:srgbClr val="196B24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0160" tIns="10160" rIns="10160" bIns="101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 dirty="0">
            <a:solidFill>
              <a:prstClr val="white"/>
            </a:solidFill>
            <a:latin typeface="Aptos" panose="02110004020202020204"/>
            <a:ea typeface="+mn-ea"/>
            <a:cs typeface="+mn-cs"/>
          </a:endParaRPr>
        </a:p>
      </dgm:t>
    </dgm:pt>
    <dgm:pt modelId="{6BF93A28-D3F3-4D98-961B-B7A3153447F6}" type="parTrans" cxnId="{D437DDD0-4B31-4851-AECF-9F0CD2968FF8}">
      <dgm:prSet/>
      <dgm:spPr/>
      <dgm:t>
        <a:bodyPr/>
        <a:lstStyle/>
        <a:p>
          <a:endParaRPr lang="fr-FR"/>
        </a:p>
      </dgm:t>
    </dgm:pt>
    <dgm:pt modelId="{6FD6E161-19E1-40A9-B8D4-D0487318D7A0}" type="sibTrans" cxnId="{D437DDD0-4B31-4851-AECF-9F0CD2968FF8}">
      <dgm:prSet/>
      <dgm:spPr/>
      <dgm:t>
        <a:bodyPr/>
        <a:lstStyle/>
        <a:p>
          <a:endParaRPr lang="fr-FR"/>
        </a:p>
      </dgm:t>
    </dgm:pt>
    <dgm:pt modelId="{5F1B1E4B-3DC6-443E-9B82-E3CB574306D6}">
      <dgm:prSet phldrT="[Texte]" custT="1"/>
      <dgm:spPr>
        <a:solidFill>
          <a:srgbClr val="196B24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0160" tIns="10160" rIns="10160" bIns="101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Hauteur</a:t>
          </a:r>
        </a:p>
      </dgm:t>
    </dgm:pt>
    <dgm:pt modelId="{D60AB73C-982D-476B-88DC-2E77FB92A729}" type="parTrans" cxnId="{BA51E83A-0F6B-4874-AA51-A47B904CB265}">
      <dgm:prSet/>
      <dgm:spPr/>
      <dgm:t>
        <a:bodyPr/>
        <a:lstStyle/>
        <a:p>
          <a:endParaRPr lang="fr-FR"/>
        </a:p>
      </dgm:t>
    </dgm:pt>
    <dgm:pt modelId="{B80DEBEE-A9FB-4EC7-91D6-929D7BFDE9D5}" type="sibTrans" cxnId="{BA51E83A-0F6B-4874-AA51-A47B904CB265}">
      <dgm:prSet/>
      <dgm:spPr/>
      <dgm:t>
        <a:bodyPr/>
        <a:lstStyle/>
        <a:p>
          <a:endParaRPr lang="fr-FR"/>
        </a:p>
      </dgm:t>
    </dgm:pt>
    <dgm:pt modelId="{3051AADD-D93D-4582-8A3C-EFA87DDF920B}">
      <dgm:prSet phldrT="[Texte]" custT="1"/>
      <dgm:spPr>
        <a:solidFill>
          <a:srgbClr val="196B24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0160" tIns="10160" rIns="10160" bIns="101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 dirty="0">
            <a:solidFill>
              <a:prstClr val="white"/>
            </a:solidFill>
            <a:latin typeface="Aptos" panose="02110004020202020204"/>
            <a:ea typeface="+mn-ea"/>
            <a:cs typeface="+mn-cs"/>
          </a:endParaRPr>
        </a:p>
      </dgm:t>
    </dgm:pt>
    <dgm:pt modelId="{95FAA57C-18D5-4445-A797-EA5383A0A614}" type="parTrans" cxnId="{D2EDF3BC-B381-4018-AAF3-72CA227992E7}">
      <dgm:prSet/>
      <dgm:spPr/>
      <dgm:t>
        <a:bodyPr/>
        <a:lstStyle/>
        <a:p>
          <a:endParaRPr lang="fr-FR"/>
        </a:p>
      </dgm:t>
    </dgm:pt>
    <dgm:pt modelId="{0C581486-C6B7-4E44-A45B-4183E64D310B}" type="sibTrans" cxnId="{D2EDF3BC-B381-4018-AAF3-72CA227992E7}">
      <dgm:prSet/>
      <dgm:spPr/>
      <dgm:t>
        <a:bodyPr/>
        <a:lstStyle/>
        <a:p>
          <a:endParaRPr lang="fr-FR"/>
        </a:p>
      </dgm:t>
    </dgm:pt>
    <dgm:pt modelId="{2C91BC23-EDAF-4B01-99F3-1BB86A28AC36}" type="pres">
      <dgm:prSet presAssocID="{D72A13E7-2750-4710-86B6-DAB9ECE0745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13EC988-0BE8-43B2-861A-6A85482BD576}" type="pres">
      <dgm:prSet presAssocID="{DC6B323C-AEC1-4730-A4AD-5D5CB362007F}" presName="root1" presStyleCnt="0"/>
      <dgm:spPr/>
    </dgm:pt>
    <dgm:pt modelId="{7E6155DE-88CB-495B-BC99-0E5E05E30212}" type="pres">
      <dgm:prSet presAssocID="{DC6B323C-AEC1-4730-A4AD-5D5CB362007F}" presName="LevelOneTextNode" presStyleLbl="node0" presStyleIdx="0" presStyleCnt="3">
        <dgm:presLayoutVars>
          <dgm:chPref val="3"/>
        </dgm:presLayoutVars>
      </dgm:prSet>
      <dgm:spPr/>
    </dgm:pt>
    <dgm:pt modelId="{1EBC81D2-6260-4AE4-AA89-266112B343B0}" type="pres">
      <dgm:prSet presAssocID="{DC6B323C-AEC1-4730-A4AD-5D5CB362007F}" presName="level2hierChild" presStyleCnt="0"/>
      <dgm:spPr/>
    </dgm:pt>
    <dgm:pt modelId="{EA33658C-D569-4A89-94CB-D954BB50E77D}" type="pres">
      <dgm:prSet presAssocID="{CA44CD1F-5C2A-4F49-9CE6-45E079FE4DFA}" presName="conn2-1" presStyleLbl="parChTrans1D2" presStyleIdx="0" presStyleCnt="9"/>
      <dgm:spPr/>
    </dgm:pt>
    <dgm:pt modelId="{89BCB7F0-AD41-4D33-82C5-2B59AD38FB76}" type="pres">
      <dgm:prSet presAssocID="{CA44CD1F-5C2A-4F49-9CE6-45E079FE4DFA}" presName="connTx" presStyleLbl="parChTrans1D2" presStyleIdx="0" presStyleCnt="9"/>
      <dgm:spPr/>
    </dgm:pt>
    <dgm:pt modelId="{0F8267E7-5C46-4A16-816C-9F711C2A8818}" type="pres">
      <dgm:prSet presAssocID="{2FB53EE3-4822-472D-AC68-501349331584}" presName="root2" presStyleCnt="0"/>
      <dgm:spPr/>
    </dgm:pt>
    <dgm:pt modelId="{DA9CEC15-E519-4CF9-B049-0DE680FDE618}" type="pres">
      <dgm:prSet presAssocID="{2FB53EE3-4822-472D-AC68-501349331584}" presName="LevelTwoTextNode" presStyleLbl="node2" presStyleIdx="0" presStyleCnt="9">
        <dgm:presLayoutVars>
          <dgm:chPref val="3"/>
        </dgm:presLayoutVars>
      </dgm:prSet>
      <dgm:spPr/>
    </dgm:pt>
    <dgm:pt modelId="{2032D341-5934-4415-B859-2F25E3779630}" type="pres">
      <dgm:prSet presAssocID="{2FB53EE3-4822-472D-AC68-501349331584}" presName="level3hierChild" presStyleCnt="0"/>
      <dgm:spPr/>
    </dgm:pt>
    <dgm:pt modelId="{8B7452D5-AE88-4B65-A80E-89E5AF519FCD}" type="pres">
      <dgm:prSet presAssocID="{D4F38C0B-A2AC-4314-9950-C3B7DC328904}" presName="conn2-1" presStyleLbl="parChTrans1D3" presStyleIdx="0" presStyleCnt="9"/>
      <dgm:spPr/>
    </dgm:pt>
    <dgm:pt modelId="{0503AE2E-FCE2-45C0-AABC-602405702FAE}" type="pres">
      <dgm:prSet presAssocID="{D4F38C0B-A2AC-4314-9950-C3B7DC328904}" presName="connTx" presStyleLbl="parChTrans1D3" presStyleIdx="0" presStyleCnt="9"/>
      <dgm:spPr/>
    </dgm:pt>
    <dgm:pt modelId="{F04D82FC-F181-4042-8E80-B725D4575A61}" type="pres">
      <dgm:prSet presAssocID="{36748D2B-5242-4B73-AD67-5A4B21466DCA}" presName="root2" presStyleCnt="0"/>
      <dgm:spPr/>
    </dgm:pt>
    <dgm:pt modelId="{67DC542D-0EAA-469D-AF21-F2E6315CB018}" type="pres">
      <dgm:prSet presAssocID="{36748D2B-5242-4B73-AD67-5A4B21466DCA}" presName="LevelTwoTextNode" presStyleLbl="node3" presStyleIdx="0" presStyleCnt="9">
        <dgm:presLayoutVars>
          <dgm:chPref val="3"/>
        </dgm:presLayoutVars>
      </dgm:prSet>
      <dgm:spPr/>
    </dgm:pt>
    <dgm:pt modelId="{4BD13586-7742-4A8D-9C81-11D91DE0E289}" type="pres">
      <dgm:prSet presAssocID="{36748D2B-5242-4B73-AD67-5A4B21466DCA}" presName="level3hierChild" presStyleCnt="0"/>
      <dgm:spPr/>
    </dgm:pt>
    <dgm:pt modelId="{0F0988D0-AF59-4063-A80F-BE97DB592992}" type="pres">
      <dgm:prSet presAssocID="{78FDF9EF-5A72-4B81-9762-6CD8E203DAEE}" presName="root1" presStyleCnt="0"/>
      <dgm:spPr/>
    </dgm:pt>
    <dgm:pt modelId="{025F0915-55AE-42C2-82A8-F6DF9ED9740E}" type="pres">
      <dgm:prSet presAssocID="{78FDF9EF-5A72-4B81-9762-6CD8E203DAEE}" presName="LevelOneTextNode" presStyleLbl="node0" presStyleIdx="1" presStyleCnt="3">
        <dgm:presLayoutVars>
          <dgm:chPref val="3"/>
        </dgm:presLayoutVars>
      </dgm:prSet>
      <dgm:spPr/>
    </dgm:pt>
    <dgm:pt modelId="{E3EA63B7-584A-4949-B139-52E4AF97C7DB}" type="pres">
      <dgm:prSet presAssocID="{78FDF9EF-5A72-4B81-9762-6CD8E203DAEE}" presName="level2hierChild" presStyleCnt="0"/>
      <dgm:spPr/>
    </dgm:pt>
    <dgm:pt modelId="{6D8D8867-2E17-4149-855A-73DAE93B31B8}" type="pres">
      <dgm:prSet presAssocID="{46EB6B8C-E0A1-49A9-9AC9-67CD19D32CF1}" presName="conn2-1" presStyleLbl="parChTrans1D2" presStyleIdx="1" presStyleCnt="9"/>
      <dgm:spPr/>
    </dgm:pt>
    <dgm:pt modelId="{F8D7B0B7-AE6F-4987-881F-7DCB82152520}" type="pres">
      <dgm:prSet presAssocID="{46EB6B8C-E0A1-49A9-9AC9-67CD19D32CF1}" presName="connTx" presStyleLbl="parChTrans1D2" presStyleIdx="1" presStyleCnt="9"/>
      <dgm:spPr/>
    </dgm:pt>
    <dgm:pt modelId="{0B82F04E-7833-4BB7-938C-CFEB7400E4A0}" type="pres">
      <dgm:prSet presAssocID="{110DC9C8-C351-4FBE-9246-258F6DBA0F31}" presName="root2" presStyleCnt="0"/>
      <dgm:spPr/>
    </dgm:pt>
    <dgm:pt modelId="{0A2DEED4-5FFE-49EE-8BD8-BADE0E6A0493}" type="pres">
      <dgm:prSet presAssocID="{110DC9C8-C351-4FBE-9246-258F6DBA0F31}" presName="LevelTwoTextNode" presStyleLbl="node2" presStyleIdx="1" presStyleCnt="9">
        <dgm:presLayoutVars>
          <dgm:chPref val="3"/>
        </dgm:presLayoutVars>
      </dgm:prSet>
      <dgm:spPr/>
    </dgm:pt>
    <dgm:pt modelId="{67A1B426-4FA9-4A27-A9E8-9206CF9505C4}" type="pres">
      <dgm:prSet presAssocID="{110DC9C8-C351-4FBE-9246-258F6DBA0F31}" presName="level3hierChild" presStyleCnt="0"/>
      <dgm:spPr/>
    </dgm:pt>
    <dgm:pt modelId="{3D6602D3-FBF3-40CF-8B8A-CE16DAF11DC8}" type="pres">
      <dgm:prSet presAssocID="{E10F0EFE-0D89-4D47-8255-9A8B9FD6F1CB}" presName="conn2-1" presStyleLbl="parChTrans1D3" presStyleIdx="1" presStyleCnt="9"/>
      <dgm:spPr/>
    </dgm:pt>
    <dgm:pt modelId="{5FE1536C-AA20-45FA-BEC4-BE9E9A38E3B4}" type="pres">
      <dgm:prSet presAssocID="{E10F0EFE-0D89-4D47-8255-9A8B9FD6F1CB}" presName="connTx" presStyleLbl="parChTrans1D3" presStyleIdx="1" presStyleCnt="9"/>
      <dgm:spPr/>
    </dgm:pt>
    <dgm:pt modelId="{8E6AFBAF-DF78-4C81-BF48-4BD41878A8AD}" type="pres">
      <dgm:prSet presAssocID="{B824B25B-7B12-4AC8-B80B-D22A78AD65C8}" presName="root2" presStyleCnt="0"/>
      <dgm:spPr/>
    </dgm:pt>
    <dgm:pt modelId="{267B0E97-4E29-48D7-8B60-9A292D21FEBB}" type="pres">
      <dgm:prSet presAssocID="{B824B25B-7B12-4AC8-B80B-D22A78AD65C8}" presName="LevelTwoTextNode" presStyleLbl="node3" presStyleIdx="1" presStyleCnt="9">
        <dgm:presLayoutVars>
          <dgm:chPref val="3"/>
        </dgm:presLayoutVars>
      </dgm:prSet>
      <dgm:spPr/>
    </dgm:pt>
    <dgm:pt modelId="{88965EE0-945C-49FF-B5BC-2CF76B9BE85C}" type="pres">
      <dgm:prSet presAssocID="{B824B25B-7B12-4AC8-B80B-D22A78AD65C8}" presName="level3hierChild" presStyleCnt="0"/>
      <dgm:spPr/>
    </dgm:pt>
    <dgm:pt modelId="{4F726072-013B-4521-A0B5-F6048E4A2967}" type="pres">
      <dgm:prSet presAssocID="{0433D76F-F8BB-4251-8C8A-CF1CFA380D3C}" presName="conn2-1" presStyleLbl="parChTrans1D4" presStyleIdx="0" presStyleCnt="24"/>
      <dgm:spPr/>
    </dgm:pt>
    <dgm:pt modelId="{5BC14C91-82AB-488D-A5A4-87ED0F7190D1}" type="pres">
      <dgm:prSet presAssocID="{0433D76F-F8BB-4251-8C8A-CF1CFA380D3C}" presName="connTx" presStyleLbl="parChTrans1D4" presStyleIdx="0" presStyleCnt="24"/>
      <dgm:spPr/>
    </dgm:pt>
    <dgm:pt modelId="{8942816D-7460-42A7-9DB9-148B81039951}" type="pres">
      <dgm:prSet presAssocID="{7AB047F3-DCC5-434D-BC39-BBF0D5706321}" presName="root2" presStyleCnt="0"/>
      <dgm:spPr/>
    </dgm:pt>
    <dgm:pt modelId="{F5B5FF74-5D6D-4B1F-9B66-695AEFF45EE1}" type="pres">
      <dgm:prSet presAssocID="{7AB047F3-DCC5-434D-BC39-BBF0D5706321}" presName="LevelTwoTextNode" presStyleLbl="node4" presStyleIdx="0" presStyleCnt="24">
        <dgm:presLayoutVars>
          <dgm:chPref val="3"/>
        </dgm:presLayoutVars>
      </dgm:prSet>
      <dgm:spPr>
        <a:xfrm>
          <a:off x="5367338" y="669531"/>
          <a:ext cx="1163521" cy="581760"/>
        </a:xfrm>
        <a:prstGeom prst="roundRect">
          <a:avLst>
            <a:gd name="adj" fmla="val 10000"/>
          </a:avLst>
        </a:prstGeom>
      </dgm:spPr>
    </dgm:pt>
    <dgm:pt modelId="{9508E18F-269D-497F-B885-DBC5734E37E7}" type="pres">
      <dgm:prSet presAssocID="{7AB047F3-DCC5-434D-BC39-BBF0D5706321}" presName="level3hierChild" presStyleCnt="0"/>
      <dgm:spPr/>
    </dgm:pt>
    <dgm:pt modelId="{04D22E9A-3D0E-4310-9C97-4B7F6B70E88D}" type="pres">
      <dgm:prSet presAssocID="{43A780D9-95CF-4BED-AAC1-A933DA82BE36}" presName="conn2-1" presStyleLbl="parChTrans1D4" presStyleIdx="1" presStyleCnt="24"/>
      <dgm:spPr/>
    </dgm:pt>
    <dgm:pt modelId="{B4D1592C-B89C-4862-8D1E-E0D26E1B65A4}" type="pres">
      <dgm:prSet presAssocID="{43A780D9-95CF-4BED-AAC1-A933DA82BE36}" presName="connTx" presStyleLbl="parChTrans1D4" presStyleIdx="1" presStyleCnt="24"/>
      <dgm:spPr/>
    </dgm:pt>
    <dgm:pt modelId="{B844F42C-4122-428A-8E66-7540885B8134}" type="pres">
      <dgm:prSet presAssocID="{6FEC0AF6-489A-4173-BE96-8CA325258F3E}" presName="root2" presStyleCnt="0"/>
      <dgm:spPr/>
    </dgm:pt>
    <dgm:pt modelId="{30967D37-F8D0-4D67-B192-F779407EBE59}" type="pres">
      <dgm:prSet presAssocID="{6FEC0AF6-489A-4173-BE96-8CA325258F3E}" presName="LevelTwoTextNode" presStyleLbl="node4" presStyleIdx="1" presStyleCnt="24">
        <dgm:presLayoutVars>
          <dgm:chPref val="3"/>
        </dgm:presLayoutVars>
      </dgm:prSet>
      <dgm:spPr>
        <a:xfrm>
          <a:off x="6996268" y="669531"/>
          <a:ext cx="1163521" cy="581760"/>
        </a:xfrm>
        <a:prstGeom prst="roundRect">
          <a:avLst>
            <a:gd name="adj" fmla="val 10000"/>
          </a:avLst>
        </a:prstGeom>
      </dgm:spPr>
    </dgm:pt>
    <dgm:pt modelId="{FC589F95-35D6-4EAB-AAD7-CA2A3E7DB13F}" type="pres">
      <dgm:prSet presAssocID="{6FEC0AF6-489A-4173-BE96-8CA325258F3E}" presName="level3hierChild" presStyleCnt="0"/>
      <dgm:spPr/>
    </dgm:pt>
    <dgm:pt modelId="{31335A80-483C-453F-8006-0D6B709853A5}" type="pres">
      <dgm:prSet presAssocID="{5056D966-B8B4-4466-B5FB-1765668E579D}" presName="conn2-1" presStyleLbl="parChTrans1D4" presStyleIdx="2" presStyleCnt="24"/>
      <dgm:spPr/>
    </dgm:pt>
    <dgm:pt modelId="{25E1F4E6-64B0-475F-9D55-5AF84294FB15}" type="pres">
      <dgm:prSet presAssocID="{5056D966-B8B4-4466-B5FB-1765668E579D}" presName="connTx" presStyleLbl="parChTrans1D4" presStyleIdx="2" presStyleCnt="24"/>
      <dgm:spPr/>
    </dgm:pt>
    <dgm:pt modelId="{4A58A5E2-89BB-4AE9-89EF-2A6050AA2F31}" type="pres">
      <dgm:prSet presAssocID="{0B8C8BF2-CF71-49B4-8B91-3EC7431494DD}" presName="root2" presStyleCnt="0"/>
      <dgm:spPr/>
    </dgm:pt>
    <dgm:pt modelId="{44592C25-CCFA-4703-97E9-8E7DC920B17E}" type="pres">
      <dgm:prSet presAssocID="{0B8C8BF2-CF71-49B4-8B91-3EC7431494DD}" presName="LevelTwoTextNode" presStyleLbl="node4" presStyleIdx="2" presStyleCnt="24">
        <dgm:presLayoutVars>
          <dgm:chPref val="3"/>
        </dgm:presLayoutVars>
      </dgm:prSet>
      <dgm:spPr/>
    </dgm:pt>
    <dgm:pt modelId="{5C15F79D-F8C2-4C13-A5C3-6981BA26392F}" type="pres">
      <dgm:prSet presAssocID="{0B8C8BF2-CF71-49B4-8B91-3EC7431494DD}" presName="level3hierChild" presStyleCnt="0"/>
      <dgm:spPr/>
    </dgm:pt>
    <dgm:pt modelId="{B2E772F6-30C5-4BEA-8AFD-32D0F58EB0FF}" type="pres">
      <dgm:prSet presAssocID="{416524BF-2AF2-4134-927F-1C3D2ADC9F5C}" presName="conn2-1" presStyleLbl="parChTrans1D2" presStyleIdx="2" presStyleCnt="9"/>
      <dgm:spPr/>
    </dgm:pt>
    <dgm:pt modelId="{5890175E-6626-4DC4-96DC-169F681B4924}" type="pres">
      <dgm:prSet presAssocID="{416524BF-2AF2-4134-927F-1C3D2ADC9F5C}" presName="connTx" presStyleLbl="parChTrans1D2" presStyleIdx="2" presStyleCnt="9"/>
      <dgm:spPr/>
    </dgm:pt>
    <dgm:pt modelId="{B6A728D1-91F3-46D5-B793-FD72B55C4C1C}" type="pres">
      <dgm:prSet presAssocID="{8239BECC-0F87-4C67-A85A-717A738A69FD}" presName="root2" presStyleCnt="0"/>
      <dgm:spPr/>
    </dgm:pt>
    <dgm:pt modelId="{9575B717-D2FD-48E0-882D-EED3958A5FDF}" type="pres">
      <dgm:prSet presAssocID="{8239BECC-0F87-4C67-A85A-717A738A69FD}" presName="LevelTwoTextNode" presStyleLbl="node2" presStyleIdx="2" presStyleCnt="9">
        <dgm:presLayoutVars>
          <dgm:chPref val="3"/>
        </dgm:presLayoutVars>
      </dgm:prSet>
      <dgm:spPr/>
    </dgm:pt>
    <dgm:pt modelId="{B9CAF580-8EA2-4420-907D-B6FEEC296CBF}" type="pres">
      <dgm:prSet presAssocID="{8239BECC-0F87-4C67-A85A-717A738A69FD}" presName="level3hierChild" presStyleCnt="0"/>
      <dgm:spPr/>
    </dgm:pt>
    <dgm:pt modelId="{5CBEEEE8-FE30-46FE-82BC-125A951A46EA}" type="pres">
      <dgm:prSet presAssocID="{DB10B14E-0773-4B5F-AE74-A7D728BF3E99}" presName="conn2-1" presStyleLbl="parChTrans1D3" presStyleIdx="2" presStyleCnt="9"/>
      <dgm:spPr/>
    </dgm:pt>
    <dgm:pt modelId="{B287F7B4-A121-4216-BB70-7DB34EFE4E1A}" type="pres">
      <dgm:prSet presAssocID="{DB10B14E-0773-4B5F-AE74-A7D728BF3E99}" presName="connTx" presStyleLbl="parChTrans1D3" presStyleIdx="2" presStyleCnt="9"/>
      <dgm:spPr/>
    </dgm:pt>
    <dgm:pt modelId="{DD1B5F33-07C0-4BC7-87C1-56C8E1D2EE6B}" type="pres">
      <dgm:prSet presAssocID="{56F3024C-1A72-4B3E-B1F9-C6570BBE2191}" presName="root2" presStyleCnt="0"/>
      <dgm:spPr/>
    </dgm:pt>
    <dgm:pt modelId="{5325545C-E943-48D5-B79C-E635132F252C}" type="pres">
      <dgm:prSet presAssocID="{56F3024C-1A72-4B3E-B1F9-C6570BBE2191}" presName="LevelTwoTextNode" presStyleLbl="node3" presStyleIdx="2" presStyleCnt="9">
        <dgm:presLayoutVars>
          <dgm:chPref val="3"/>
        </dgm:presLayoutVars>
      </dgm:prSet>
      <dgm:spPr/>
    </dgm:pt>
    <dgm:pt modelId="{DD696AAE-FF75-431C-85EC-3ADE69920F85}" type="pres">
      <dgm:prSet presAssocID="{56F3024C-1A72-4B3E-B1F9-C6570BBE2191}" presName="level3hierChild" presStyleCnt="0"/>
      <dgm:spPr/>
    </dgm:pt>
    <dgm:pt modelId="{9155715D-0D92-4BE8-92A1-CC899B55BBE6}" type="pres">
      <dgm:prSet presAssocID="{DA2B72E2-D850-48E0-98D4-3532C665768A}" presName="conn2-1" presStyleLbl="parChTrans1D4" presStyleIdx="3" presStyleCnt="24"/>
      <dgm:spPr/>
    </dgm:pt>
    <dgm:pt modelId="{520D7F6F-AB6F-4A09-9270-9B0073551DCF}" type="pres">
      <dgm:prSet presAssocID="{DA2B72E2-D850-48E0-98D4-3532C665768A}" presName="connTx" presStyleLbl="parChTrans1D4" presStyleIdx="3" presStyleCnt="24"/>
      <dgm:spPr/>
    </dgm:pt>
    <dgm:pt modelId="{FB192090-05DE-490A-BC55-761233B821B7}" type="pres">
      <dgm:prSet presAssocID="{BC5698BC-89F2-4C95-96DE-89D00FA8B985}" presName="root2" presStyleCnt="0"/>
      <dgm:spPr/>
    </dgm:pt>
    <dgm:pt modelId="{64BA0741-005B-485F-972C-C19C40E6E8B2}" type="pres">
      <dgm:prSet presAssocID="{BC5698BC-89F2-4C95-96DE-89D00FA8B985}" presName="LevelTwoTextNode" presStyleLbl="node4" presStyleIdx="3" presStyleCnt="24">
        <dgm:presLayoutVars>
          <dgm:chPref val="3"/>
        </dgm:presLayoutVars>
      </dgm:prSet>
      <dgm:spPr>
        <a:xfrm>
          <a:off x="5367338" y="1338556"/>
          <a:ext cx="1163521" cy="581760"/>
        </a:xfrm>
        <a:prstGeom prst="roundRect">
          <a:avLst>
            <a:gd name="adj" fmla="val 10000"/>
          </a:avLst>
        </a:prstGeom>
      </dgm:spPr>
    </dgm:pt>
    <dgm:pt modelId="{562EE656-6226-4078-893C-F8B45F461632}" type="pres">
      <dgm:prSet presAssocID="{BC5698BC-89F2-4C95-96DE-89D00FA8B985}" presName="level3hierChild" presStyleCnt="0"/>
      <dgm:spPr/>
    </dgm:pt>
    <dgm:pt modelId="{C8ED3D86-5B10-4BFF-80C1-EC63A7646349}" type="pres">
      <dgm:prSet presAssocID="{6BF93A28-D3F3-4D98-961B-B7A3153447F6}" presName="conn2-1" presStyleLbl="parChTrans1D4" presStyleIdx="4" presStyleCnt="24"/>
      <dgm:spPr/>
    </dgm:pt>
    <dgm:pt modelId="{D6870B5B-89F2-4409-8F5F-8DCE17048A5C}" type="pres">
      <dgm:prSet presAssocID="{6BF93A28-D3F3-4D98-961B-B7A3153447F6}" presName="connTx" presStyleLbl="parChTrans1D4" presStyleIdx="4" presStyleCnt="24"/>
      <dgm:spPr/>
    </dgm:pt>
    <dgm:pt modelId="{8FE1BC3B-E6D6-415D-A9A9-F8BA68BA3B54}" type="pres">
      <dgm:prSet presAssocID="{48161009-C7BD-4824-A692-8577220BEDF7}" presName="root2" presStyleCnt="0"/>
      <dgm:spPr/>
    </dgm:pt>
    <dgm:pt modelId="{87B3F704-BBD5-4040-BD1C-141CD5EC444D}" type="pres">
      <dgm:prSet presAssocID="{48161009-C7BD-4824-A692-8577220BEDF7}" presName="LevelTwoTextNode" presStyleLbl="node4" presStyleIdx="4" presStyleCnt="24">
        <dgm:presLayoutVars>
          <dgm:chPref val="3"/>
        </dgm:presLayoutVars>
      </dgm:prSet>
      <dgm:spPr>
        <a:xfrm>
          <a:off x="6996268" y="1338556"/>
          <a:ext cx="1163521" cy="581760"/>
        </a:xfrm>
        <a:prstGeom prst="roundRect">
          <a:avLst>
            <a:gd name="adj" fmla="val 10000"/>
          </a:avLst>
        </a:prstGeom>
      </dgm:spPr>
    </dgm:pt>
    <dgm:pt modelId="{69D96E60-3A35-4E4D-917D-BA88DB49C9E1}" type="pres">
      <dgm:prSet presAssocID="{48161009-C7BD-4824-A692-8577220BEDF7}" presName="level3hierChild" presStyleCnt="0"/>
      <dgm:spPr/>
    </dgm:pt>
    <dgm:pt modelId="{9A146FDE-E343-4256-A749-3EBC7484B030}" type="pres">
      <dgm:prSet presAssocID="{B2F13DBF-275A-48E9-9572-4C53BF995AA3}" presName="conn2-1" presStyleLbl="parChTrans1D4" presStyleIdx="5" presStyleCnt="24"/>
      <dgm:spPr/>
    </dgm:pt>
    <dgm:pt modelId="{045879F9-25F9-474A-BCED-5A428A17FD1B}" type="pres">
      <dgm:prSet presAssocID="{B2F13DBF-275A-48E9-9572-4C53BF995AA3}" presName="connTx" presStyleLbl="parChTrans1D4" presStyleIdx="5" presStyleCnt="24"/>
      <dgm:spPr/>
    </dgm:pt>
    <dgm:pt modelId="{CE4F1D4F-5D07-4C52-8089-D51B15E1F902}" type="pres">
      <dgm:prSet presAssocID="{CA2F2CA9-6979-4B06-A665-B1681AB2CDD3}" presName="root2" presStyleCnt="0"/>
      <dgm:spPr/>
    </dgm:pt>
    <dgm:pt modelId="{BE7FF2C4-34E2-4F53-97AB-77DFA37B82BC}" type="pres">
      <dgm:prSet presAssocID="{CA2F2CA9-6979-4B06-A665-B1681AB2CDD3}" presName="LevelTwoTextNode" presStyleLbl="node4" presStyleIdx="5" presStyleCnt="24">
        <dgm:presLayoutVars>
          <dgm:chPref val="3"/>
        </dgm:presLayoutVars>
      </dgm:prSet>
      <dgm:spPr/>
    </dgm:pt>
    <dgm:pt modelId="{77F3FC96-D135-44AE-BD5A-90666E9C0718}" type="pres">
      <dgm:prSet presAssocID="{CA2F2CA9-6979-4B06-A665-B1681AB2CDD3}" presName="level3hierChild" presStyleCnt="0"/>
      <dgm:spPr/>
    </dgm:pt>
    <dgm:pt modelId="{4E1198CB-6576-4286-97D6-F422C5B13E79}" type="pres">
      <dgm:prSet presAssocID="{D9E74DA9-0856-4115-8552-A8F355E84C10}" presName="conn2-1" presStyleLbl="parChTrans1D2" presStyleIdx="3" presStyleCnt="9"/>
      <dgm:spPr/>
    </dgm:pt>
    <dgm:pt modelId="{E25D05A8-7368-4237-88A5-ACDB30D35F85}" type="pres">
      <dgm:prSet presAssocID="{D9E74DA9-0856-4115-8552-A8F355E84C10}" presName="connTx" presStyleLbl="parChTrans1D2" presStyleIdx="3" presStyleCnt="9"/>
      <dgm:spPr/>
    </dgm:pt>
    <dgm:pt modelId="{8FD86E89-A32F-4976-8D58-62237A8CE601}" type="pres">
      <dgm:prSet presAssocID="{949432D3-4DBF-48E1-B39A-D475EA7BB11C}" presName="root2" presStyleCnt="0"/>
      <dgm:spPr/>
    </dgm:pt>
    <dgm:pt modelId="{CA2B0ADE-54B1-4DBF-97A2-EA9031210210}" type="pres">
      <dgm:prSet presAssocID="{949432D3-4DBF-48E1-B39A-D475EA7BB11C}" presName="LevelTwoTextNode" presStyleLbl="node2" presStyleIdx="3" presStyleCnt="9">
        <dgm:presLayoutVars>
          <dgm:chPref val="3"/>
        </dgm:presLayoutVars>
      </dgm:prSet>
      <dgm:spPr/>
    </dgm:pt>
    <dgm:pt modelId="{59945566-BA1B-48AF-B410-D0C1009D0A55}" type="pres">
      <dgm:prSet presAssocID="{949432D3-4DBF-48E1-B39A-D475EA7BB11C}" presName="level3hierChild" presStyleCnt="0"/>
      <dgm:spPr/>
    </dgm:pt>
    <dgm:pt modelId="{66245B8C-FC8E-470D-83CE-4D927C9D3942}" type="pres">
      <dgm:prSet presAssocID="{E88F5258-DF83-4011-8B0B-227BCC846A49}" presName="conn2-1" presStyleLbl="parChTrans1D3" presStyleIdx="3" presStyleCnt="9"/>
      <dgm:spPr/>
    </dgm:pt>
    <dgm:pt modelId="{0582C905-AAA7-42A0-98B3-A4D18D68BADC}" type="pres">
      <dgm:prSet presAssocID="{E88F5258-DF83-4011-8B0B-227BCC846A49}" presName="connTx" presStyleLbl="parChTrans1D3" presStyleIdx="3" presStyleCnt="9"/>
      <dgm:spPr/>
    </dgm:pt>
    <dgm:pt modelId="{B6526CD6-681D-4C8D-80C8-A25ABD9F357D}" type="pres">
      <dgm:prSet presAssocID="{760404C7-D040-4F8A-9194-E9E19F3AD67D}" presName="root2" presStyleCnt="0"/>
      <dgm:spPr/>
    </dgm:pt>
    <dgm:pt modelId="{3BA7550D-87C1-4F2B-9F1A-93E556D58185}" type="pres">
      <dgm:prSet presAssocID="{760404C7-D040-4F8A-9194-E9E19F3AD67D}" presName="LevelTwoTextNode" presStyleLbl="node3" presStyleIdx="3" presStyleCnt="9">
        <dgm:presLayoutVars>
          <dgm:chPref val="3"/>
        </dgm:presLayoutVars>
      </dgm:prSet>
      <dgm:spPr/>
    </dgm:pt>
    <dgm:pt modelId="{64A7E590-09CD-4C36-B89F-FEE11129AAE7}" type="pres">
      <dgm:prSet presAssocID="{760404C7-D040-4F8A-9194-E9E19F3AD67D}" presName="level3hierChild" presStyleCnt="0"/>
      <dgm:spPr/>
    </dgm:pt>
    <dgm:pt modelId="{D30C3B14-10CE-435E-8D93-1DB31E1807F1}" type="pres">
      <dgm:prSet presAssocID="{F1CC558E-4C64-492D-AE03-AF91A7A8B628}" presName="conn2-1" presStyleLbl="parChTrans1D4" presStyleIdx="6" presStyleCnt="24"/>
      <dgm:spPr/>
    </dgm:pt>
    <dgm:pt modelId="{07DD6CF5-E913-4A34-93FB-F081511D5A0D}" type="pres">
      <dgm:prSet presAssocID="{F1CC558E-4C64-492D-AE03-AF91A7A8B628}" presName="connTx" presStyleLbl="parChTrans1D4" presStyleIdx="6" presStyleCnt="24"/>
      <dgm:spPr/>
    </dgm:pt>
    <dgm:pt modelId="{63F2686F-63E0-48F1-AD3C-C2E80B087F92}" type="pres">
      <dgm:prSet presAssocID="{CE8F272F-4226-4547-9D29-7F99F3EFF473}" presName="root2" presStyleCnt="0"/>
      <dgm:spPr/>
    </dgm:pt>
    <dgm:pt modelId="{0D3645E1-4F99-42E8-94B3-533A26E4B789}" type="pres">
      <dgm:prSet presAssocID="{CE8F272F-4226-4547-9D29-7F99F3EFF473}" presName="LevelTwoTextNode" presStyleLbl="node4" presStyleIdx="6" presStyleCnt="24">
        <dgm:presLayoutVars>
          <dgm:chPref val="3"/>
        </dgm:presLayoutVars>
      </dgm:prSet>
      <dgm:spPr>
        <a:xfrm>
          <a:off x="6181803" y="2007581"/>
          <a:ext cx="1163521" cy="581760"/>
        </a:xfrm>
        <a:prstGeom prst="roundRect">
          <a:avLst>
            <a:gd name="adj" fmla="val 10000"/>
          </a:avLst>
        </a:prstGeom>
      </dgm:spPr>
    </dgm:pt>
    <dgm:pt modelId="{3C9766AC-C2FC-4720-BC0F-F89812D2171A}" type="pres">
      <dgm:prSet presAssocID="{CE8F272F-4226-4547-9D29-7F99F3EFF473}" presName="level3hierChild" presStyleCnt="0"/>
      <dgm:spPr/>
    </dgm:pt>
    <dgm:pt modelId="{01C9D394-8384-4041-9E01-AC32303AEF53}" type="pres">
      <dgm:prSet presAssocID="{6F2D4433-66FD-41A2-9396-DA1A3D22129B}" presName="conn2-1" presStyleLbl="parChTrans1D4" presStyleIdx="7" presStyleCnt="24"/>
      <dgm:spPr/>
    </dgm:pt>
    <dgm:pt modelId="{10E81A9F-DE7E-4FB8-8111-510104B73C69}" type="pres">
      <dgm:prSet presAssocID="{6F2D4433-66FD-41A2-9396-DA1A3D22129B}" presName="connTx" presStyleLbl="parChTrans1D4" presStyleIdx="7" presStyleCnt="24"/>
      <dgm:spPr/>
    </dgm:pt>
    <dgm:pt modelId="{CFA652C0-FE6B-4F8B-9AAE-706A18857B77}" type="pres">
      <dgm:prSet presAssocID="{66DD149E-65E2-46D7-92F9-447E3FAE9119}" presName="root2" presStyleCnt="0"/>
      <dgm:spPr/>
    </dgm:pt>
    <dgm:pt modelId="{B1EBE91E-AC36-4954-8B57-F13DFADDD958}" type="pres">
      <dgm:prSet presAssocID="{66DD149E-65E2-46D7-92F9-447E3FAE9119}" presName="LevelTwoTextNode" presStyleLbl="node4" presStyleIdx="7" presStyleCnt="24">
        <dgm:presLayoutVars>
          <dgm:chPref val="3"/>
        </dgm:presLayoutVars>
      </dgm:prSet>
      <dgm:spPr/>
    </dgm:pt>
    <dgm:pt modelId="{E365F342-74DD-482B-A8D7-FC6CFB8105AB}" type="pres">
      <dgm:prSet presAssocID="{66DD149E-65E2-46D7-92F9-447E3FAE9119}" presName="level3hierChild" presStyleCnt="0"/>
      <dgm:spPr/>
    </dgm:pt>
    <dgm:pt modelId="{5986A7F4-A824-49E5-A61F-D95031DC6F9C}" type="pres">
      <dgm:prSet presAssocID="{B7D2EFA2-1ECF-470D-BDE5-B06BB42EACFD}" presName="conn2-1" presStyleLbl="parChTrans1D4" presStyleIdx="8" presStyleCnt="24"/>
      <dgm:spPr/>
    </dgm:pt>
    <dgm:pt modelId="{CEBBA5D6-743A-4ECB-8B25-2EAF24640717}" type="pres">
      <dgm:prSet presAssocID="{B7D2EFA2-1ECF-470D-BDE5-B06BB42EACFD}" presName="connTx" presStyleLbl="parChTrans1D4" presStyleIdx="8" presStyleCnt="24"/>
      <dgm:spPr/>
    </dgm:pt>
    <dgm:pt modelId="{3712AD2C-0213-459C-883F-3A4CF2D7C946}" type="pres">
      <dgm:prSet presAssocID="{DC69C5DD-52E6-4790-BA86-2ED3FA2BB4F7}" presName="root2" presStyleCnt="0"/>
      <dgm:spPr/>
    </dgm:pt>
    <dgm:pt modelId="{22452D13-B3AD-4570-BFCA-A3E2938C2FA8}" type="pres">
      <dgm:prSet presAssocID="{DC69C5DD-52E6-4790-BA86-2ED3FA2BB4F7}" presName="LevelTwoTextNode" presStyleLbl="node4" presStyleIdx="8" presStyleCnt="24">
        <dgm:presLayoutVars>
          <dgm:chPref val="3"/>
        </dgm:presLayoutVars>
      </dgm:prSet>
      <dgm:spPr/>
    </dgm:pt>
    <dgm:pt modelId="{BBCD22FD-0B68-4065-A495-8317F2B76CCF}" type="pres">
      <dgm:prSet presAssocID="{DC69C5DD-52E6-4790-BA86-2ED3FA2BB4F7}" presName="level3hierChild" presStyleCnt="0"/>
      <dgm:spPr/>
    </dgm:pt>
    <dgm:pt modelId="{92D6E092-4203-49B1-9C88-2090CA5B34E4}" type="pres">
      <dgm:prSet presAssocID="{A39143F1-9FB0-4AD3-935B-1846BDE24411}" presName="root1" presStyleCnt="0"/>
      <dgm:spPr/>
    </dgm:pt>
    <dgm:pt modelId="{2D9BB59C-BB77-4D2D-A60D-EA3550FF4699}" type="pres">
      <dgm:prSet presAssocID="{A39143F1-9FB0-4AD3-935B-1846BDE24411}" presName="LevelOneTextNode" presStyleLbl="node0" presStyleIdx="2" presStyleCnt="3">
        <dgm:presLayoutVars>
          <dgm:chPref val="3"/>
        </dgm:presLayoutVars>
      </dgm:prSet>
      <dgm:spPr/>
    </dgm:pt>
    <dgm:pt modelId="{EE11D300-FB91-42B2-AF93-C69886519366}" type="pres">
      <dgm:prSet presAssocID="{A39143F1-9FB0-4AD3-935B-1846BDE24411}" presName="level2hierChild" presStyleCnt="0"/>
      <dgm:spPr/>
    </dgm:pt>
    <dgm:pt modelId="{D0A2BEC9-FB1C-46EA-8DF7-D83B2E441C0F}" type="pres">
      <dgm:prSet presAssocID="{A4A1FAD3-CC0C-44F3-9245-3B8FF5AEB355}" presName="conn2-1" presStyleLbl="parChTrans1D2" presStyleIdx="4" presStyleCnt="9"/>
      <dgm:spPr/>
    </dgm:pt>
    <dgm:pt modelId="{ABC8E1C2-AC15-4B5C-9771-CD756D4C09AF}" type="pres">
      <dgm:prSet presAssocID="{A4A1FAD3-CC0C-44F3-9245-3B8FF5AEB355}" presName="connTx" presStyleLbl="parChTrans1D2" presStyleIdx="4" presStyleCnt="9"/>
      <dgm:spPr/>
    </dgm:pt>
    <dgm:pt modelId="{9227E4C2-18D7-421D-ACEC-6A2F2AC57827}" type="pres">
      <dgm:prSet presAssocID="{5702EB59-FC4A-424F-9E9A-F9E05EC220FB}" presName="root2" presStyleCnt="0"/>
      <dgm:spPr/>
    </dgm:pt>
    <dgm:pt modelId="{EF29C579-7F23-47E1-9663-C3728A9941F8}" type="pres">
      <dgm:prSet presAssocID="{5702EB59-FC4A-424F-9E9A-F9E05EC220FB}" presName="LevelTwoTextNode" presStyleLbl="node2" presStyleIdx="4" presStyleCnt="9">
        <dgm:presLayoutVars>
          <dgm:chPref val="3"/>
        </dgm:presLayoutVars>
      </dgm:prSet>
      <dgm:spPr/>
    </dgm:pt>
    <dgm:pt modelId="{77BD34D6-4653-4AFF-A326-16E718A61C26}" type="pres">
      <dgm:prSet presAssocID="{5702EB59-FC4A-424F-9E9A-F9E05EC220FB}" presName="level3hierChild" presStyleCnt="0"/>
      <dgm:spPr/>
    </dgm:pt>
    <dgm:pt modelId="{39832F87-AA4C-46C2-854D-088BF231B7C4}" type="pres">
      <dgm:prSet presAssocID="{571557EB-5BED-43B3-BF8E-D1227C3AB811}" presName="conn2-1" presStyleLbl="parChTrans1D3" presStyleIdx="4" presStyleCnt="9"/>
      <dgm:spPr/>
    </dgm:pt>
    <dgm:pt modelId="{B33DE1A6-01C8-4C69-8B7C-1F2BDBFBBB2D}" type="pres">
      <dgm:prSet presAssocID="{571557EB-5BED-43B3-BF8E-D1227C3AB811}" presName="connTx" presStyleLbl="parChTrans1D3" presStyleIdx="4" presStyleCnt="9"/>
      <dgm:spPr/>
    </dgm:pt>
    <dgm:pt modelId="{3289C01B-D968-43AA-AF69-6FDFBFAD53C5}" type="pres">
      <dgm:prSet presAssocID="{7BD46054-DE61-46A0-A4A9-110AF055C4E1}" presName="root2" presStyleCnt="0"/>
      <dgm:spPr/>
    </dgm:pt>
    <dgm:pt modelId="{A34E1A0B-E25E-4C0E-BFE8-A0F518799AEA}" type="pres">
      <dgm:prSet presAssocID="{7BD46054-DE61-46A0-A4A9-110AF055C4E1}" presName="LevelTwoTextNode" presStyleLbl="node3" presStyleIdx="4" presStyleCnt="9">
        <dgm:presLayoutVars>
          <dgm:chPref val="3"/>
        </dgm:presLayoutVars>
      </dgm:prSet>
      <dgm:spPr/>
    </dgm:pt>
    <dgm:pt modelId="{8891B6AB-03E6-4EB9-9811-ADED014C6FF5}" type="pres">
      <dgm:prSet presAssocID="{7BD46054-DE61-46A0-A4A9-110AF055C4E1}" presName="level3hierChild" presStyleCnt="0"/>
      <dgm:spPr/>
    </dgm:pt>
    <dgm:pt modelId="{2E39AB4D-C413-4F9F-B131-29049683F4AB}" type="pres">
      <dgm:prSet presAssocID="{4053E991-C5BB-4685-BD67-03B0577A08C2}" presName="conn2-1" presStyleLbl="parChTrans1D4" presStyleIdx="9" presStyleCnt="24"/>
      <dgm:spPr/>
    </dgm:pt>
    <dgm:pt modelId="{30167790-D8CF-4A6E-AEB9-74A94BCFBA63}" type="pres">
      <dgm:prSet presAssocID="{4053E991-C5BB-4685-BD67-03B0577A08C2}" presName="connTx" presStyleLbl="parChTrans1D4" presStyleIdx="9" presStyleCnt="24"/>
      <dgm:spPr/>
    </dgm:pt>
    <dgm:pt modelId="{40D28F29-A165-43AF-9D01-88EB704E79BC}" type="pres">
      <dgm:prSet presAssocID="{B15224BA-BF20-4448-A7A6-E6F91D14C254}" presName="root2" presStyleCnt="0"/>
      <dgm:spPr/>
    </dgm:pt>
    <dgm:pt modelId="{5D174761-B9F5-4373-94A3-4173BA5088FF}" type="pres">
      <dgm:prSet presAssocID="{B15224BA-BF20-4448-A7A6-E6F91D14C254}" presName="LevelTwoTextNode" presStyleLbl="node4" presStyleIdx="9" presStyleCnt="24">
        <dgm:presLayoutVars>
          <dgm:chPref val="3"/>
        </dgm:presLayoutVars>
      </dgm:prSet>
      <dgm:spPr>
        <a:xfrm>
          <a:off x="6181803" y="2676606"/>
          <a:ext cx="1163521" cy="581760"/>
        </a:xfrm>
        <a:prstGeom prst="roundRect">
          <a:avLst>
            <a:gd name="adj" fmla="val 10000"/>
          </a:avLst>
        </a:prstGeom>
      </dgm:spPr>
    </dgm:pt>
    <dgm:pt modelId="{FEA25486-0B1B-4F3B-B05C-13B19724C2DC}" type="pres">
      <dgm:prSet presAssocID="{B15224BA-BF20-4448-A7A6-E6F91D14C254}" presName="level3hierChild" presStyleCnt="0"/>
      <dgm:spPr/>
    </dgm:pt>
    <dgm:pt modelId="{8D3D5C7E-AEE6-4D97-B8CE-4A3D3181085E}" type="pres">
      <dgm:prSet presAssocID="{7D3F963D-C968-4697-B190-FB3C26B969D3}" presName="conn2-1" presStyleLbl="parChTrans1D4" presStyleIdx="10" presStyleCnt="24"/>
      <dgm:spPr/>
    </dgm:pt>
    <dgm:pt modelId="{2A6BE004-D64F-444F-8DF1-34578F47CF69}" type="pres">
      <dgm:prSet presAssocID="{7D3F963D-C968-4697-B190-FB3C26B969D3}" presName="connTx" presStyleLbl="parChTrans1D4" presStyleIdx="10" presStyleCnt="24"/>
      <dgm:spPr/>
    </dgm:pt>
    <dgm:pt modelId="{63460367-806F-4D07-90A8-BB1E2D6BBF29}" type="pres">
      <dgm:prSet presAssocID="{3DD2FF94-FCE2-40B0-9274-6E1B6A66D26E}" presName="root2" presStyleCnt="0"/>
      <dgm:spPr/>
    </dgm:pt>
    <dgm:pt modelId="{193E1507-74E0-4005-AFAC-AA2CFA88B004}" type="pres">
      <dgm:prSet presAssocID="{3DD2FF94-FCE2-40B0-9274-6E1B6A66D26E}" presName="LevelTwoTextNode" presStyleLbl="node4" presStyleIdx="10" presStyleCnt="24">
        <dgm:presLayoutVars>
          <dgm:chPref val="3"/>
        </dgm:presLayoutVars>
      </dgm:prSet>
      <dgm:spPr/>
    </dgm:pt>
    <dgm:pt modelId="{EF556BEA-E632-4D4B-8651-541A547862F9}" type="pres">
      <dgm:prSet presAssocID="{3DD2FF94-FCE2-40B0-9274-6E1B6A66D26E}" presName="level3hierChild" presStyleCnt="0"/>
      <dgm:spPr/>
    </dgm:pt>
    <dgm:pt modelId="{75EE3BE2-56DC-4DA7-B474-7B1C6564CC80}" type="pres">
      <dgm:prSet presAssocID="{C74D2598-98E0-4613-9B77-12738A98AF40}" presName="conn2-1" presStyleLbl="parChTrans1D4" presStyleIdx="11" presStyleCnt="24"/>
      <dgm:spPr/>
    </dgm:pt>
    <dgm:pt modelId="{E672F994-91AA-47B5-84F8-01DFC932A2A1}" type="pres">
      <dgm:prSet presAssocID="{C74D2598-98E0-4613-9B77-12738A98AF40}" presName="connTx" presStyleLbl="parChTrans1D4" presStyleIdx="11" presStyleCnt="24"/>
      <dgm:spPr/>
    </dgm:pt>
    <dgm:pt modelId="{0811757F-882F-41B3-9A26-DADEAE602427}" type="pres">
      <dgm:prSet presAssocID="{9FBFD05B-7184-410A-975D-329B7990440F}" presName="root2" presStyleCnt="0"/>
      <dgm:spPr/>
    </dgm:pt>
    <dgm:pt modelId="{DDA5781D-2379-4961-9364-66BAB442C062}" type="pres">
      <dgm:prSet presAssocID="{9FBFD05B-7184-410A-975D-329B7990440F}" presName="LevelTwoTextNode" presStyleLbl="node4" presStyleIdx="11" presStyleCnt="24">
        <dgm:presLayoutVars>
          <dgm:chPref val="3"/>
        </dgm:presLayoutVars>
      </dgm:prSet>
      <dgm:spPr/>
    </dgm:pt>
    <dgm:pt modelId="{1CDE31AB-2FB8-45E2-9DF3-AED7E07497A8}" type="pres">
      <dgm:prSet presAssocID="{9FBFD05B-7184-410A-975D-329B7990440F}" presName="level3hierChild" presStyleCnt="0"/>
      <dgm:spPr/>
    </dgm:pt>
    <dgm:pt modelId="{F54580D2-05CF-48BD-BCB6-4D25DFB1FDCF}" type="pres">
      <dgm:prSet presAssocID="{32181C2F-7A1F-4F73-A725-61F186966EDC}" presName="conn2-1" presStyleLbl="parChTrans1D2" presStyleIdx="5" presStyleCnt="9"/>
      <dgm:spPr/>
    </dgm:pt>
    <dgm:pt modelId="{4F1246CF-9BD2-4737-A008-599022D46797}" type="pres">
      <dgm:prSet presAssocID="{32181C2F-7A1F-4F73-A725-61F186966EDC}" presName="connTx" presStyleLbl="parChTrans1D2" presStyleIdx="5" presStyleCnt="9"/>
      <dgm:spPr/>
    </dgm:pt>
    <dgm:pt modelId="{B95F51D9-B18D-4A97-A2A9-AF8C5C4F1C6A}" type="pres">
      <dgm:prSet presAssocID="{97EAE322-E547-4416-86A0-3A5F9B4D3973}" presName="root2" presStyleCnt="0"/>
      <dgm:spPr/>
    </dgm:pt>
    <dgm:pt modelId="{F34E412C-B428-4185-BA8C-6D0F02C8E2E8}" type="pres">
      <dgm:prSet presAssocID="{97EAE322-E547-4416-86A0-3A5F9B4D3973}" presName="LevelTwoTextNode" presStyleLbl="node2" presStyleIdx="5" presStyleCnt="9">
        <dgm:presLayoutVars>
          <dgm:chPref val="3"/>
        </dgm:presLayoutVars>
      </dgm:prSet>
      <dgm:spPr/>
    </dgm:pt>
    <dgm:pt modelId="{C79AB629-880B-48EE-A4D4-0988DB3EAE98}" type="pres">
      <dgm:prSet presAssocID="{97EAE322-E547-4416-86A0-3A5F9B4D3973}" presName="level3hierChild" presStyleCnt="0"/>
      <dgm:spPr/>
    </dgm:pt>
    <dgm:pt modelId="{CC0C8873-4368-4C71-A14D-B620FF86FAE5}" type="pres">
      <dgm:prSet presAssocID="{45A82353-138D-4BB1-9BEB-B302437BFF3F}" presName="conn2-1" presStyleLbl="parChTrans1D3" presStyleIdx="5" presStyleCnt="9"/>
      <dgm:spPr/>
    </dgm:pt>
    <dgm:pt modelId="{C792A1CA-9363-4348-AFA2-953A03B3F341}" type="pres">
      <dgm:prSet presAssocID="{45A82353-138D-4BB1-9BEB-B302437BFF3F}" presName="connTx" presStyleLbl="parChTrans1D3" presStyleIdx="5" presStyleCnt="9"/>
      <dgm:spPr/>
    </dgm:pt>
    <dgm:pt modelId="{9BEF3F81-79D0-4707-B165-886F94A5A819}" type="pres">
      <dgm:prSet presAssocID="{3BC4FF00-1237-4A81-BE3C-400F5AB8B068}" presName="root2" presStyleCnt="0"/>
      <dgm:spPr/>
    </dgm:pt>
    <dgm:pt modelId="{09E684D6-24E4-40D0-AC35-D1583D184316}" type="pres">
      <dgm:prSet presAssocID="{3BC4FF00-1237-4A81-BE3C-400F5AB8B068}" presName="LevelTwoTextNode" presStyleLbl="node3" presStyleIdx="5" presStyleCnt="9">
        <dgm:presLayoutVars>
          <dgm:chPref val="3"/>
        </dgm:presLayoutVars>
      </dgm:prSet>
      <dgm:spPr/>
    </dgm:pt>
    <dgm:pt modelId="{4D2F2FD9-E5D2-4475-B45D-FECED86736E3}" type="pres">
      <dgm:prSet presAssocID="{3BC4FF00-1237-4A81-BE3C-400F5AB8B068}" presName="level3hierChild" presStyleCnt="0"/>
      <dgm:spPr/>
    </dgm:pt>
    <dgm:pt modelId="{18367A81-3FF6-4140-88F1-53A688C7EEF7}" type="pres">
      <dgm:prSet presAssocID="{E034918E-D34B-40EB-99DE-FFC9BC65894A}" presName="conn2-1" presStyleLbl="parChTrans1D4" presStyleIdx="12" presStyleCnt="24"/>
      <dgm:spPr/>
    </dgm:pt>
    <dgm:pt modelId="{F48F5BD6-DB6E-471E-B260-C8EE492DAF2C}" type="pres">
      <dgm:prSet presAssocID="{E034918E-D34B-40EB-99DE-FFC9BC65894A}" presName="connTx" presStyleLbl="parChTrans1D4" presStyleIdx="12" presStyleCnt="24"/>
      <dgm:spPr/>
    </dgm:pt>
    <dgm:pt modelId="{8CA56137-273D-4E92-8021-218395BC6241}" type="pres">
      <dgm:prSet presAssocID="{F1274A9A-AF45-4CD8-86F1-BFC181E53312}" presName="root2" presStyleCnt="0"/>
      <dgm:spPr/>
    </dgm:pt>
    <dgm:pt modelId="{B54B342F-4058-4381-A87C-F809DC694490}" type="pres">
      <dgm:prSet presAssocID="{F1274A9A-AF45-4CD8-86F1-BFC181E53312}" presName="LevelTwoTextNode" presStyleLbl="node4" presStyleIdx="12" presStyleCnt="24">
        <dgm:presLayoutVars>
          <dgm:chPref val="3"/>
        </dgm:presLayoutVars>
      </dgm:prSet>
      <dgm:spPr>
        <a:xfrm>
          <a:off x="6181803" y="3345630"/>
          <a:ext cx="1163521" cy="581760"/>
        </a:xfrm>
        <a:prstGeom prst="roundRect">
          <a:avLst>
            <a:gd name="adj" fmla="val 10000"/>
          </a:avLst>
        </a:prstGeom>
      </dgm:spPr>
    </dgm:pt>
    <dgm:pt modelId="{D656283A-B868-4CE4-BECC-415A197D3DFD}" type="pres">
      <dgm:prSet presAssocID="{F1274A9A-AF45-4CD8-86F1-BFC181E53312}" presName="level3hierChild" presStyleCnt="0"/>
      <dgm:spPr/>
    </dgm:pt>
    <dgm:pt modelId="{E80A9E59-D8EA-4536-8D4A-05D43284E65E}" type="pres">
      <dgm:prSet presAssocID="{95BE5401-44FE-4E49-9594-F8A9D2F26B04}" presName="conn2-1" presStyleLbl="parChTrans1D4" presStyleIdx="13" presStyleCnt="24"/>
      <dgm:spPr/>
    </dgm:pt>
    <dgm:pt modelId="{2AC85E7F-E95A-4B84-9967-864C9FB13305}" type="pres">
      <dgm:prSet presAssocID="{95BE5401-44FE-4E49-9594-F8A9D2F26B04}" presName="connTx" presStyleLbl="parChTrans1D4" presStyleIdx="13" presStyleCnt="24"/>
      <dgm:spPr/>
    </dgm:pt>
    <dgm:pt modelId="{EDE0810C-B06A-492A-8D78-9A731656AB06}" type="pres">
      <dgm:prSet presAssocID="{9FCA17F6-83C4-4D47-98A2-FD7EFF7837F6}" presName="root2" presStyleCnt="0"/>
      <dgm:spPr/>
    </dgm:pt>
    <dgm:pt modelId="{478F67D9-482D-41EB-A6DB-A5E660ADC0E1}" type="pres">
      <dgm:prSet presAssocID="{9FCA17F6-83C4-4D47-98A2-FD7EFF7837F6}" presName="LevelTwoTextNode" presStyleLbl="node4" presStyleIdx="13" presStyleCnt="24">
        <dgm:presLayoutVars>
          <dgm:chPref val="3"/>
        </dgm:presLayoutVars>
      </dgm:prSet>
      <dgm:spPr/>
    </dgm:pt>
    <dgm:pt modelId="{56B58755-2B86-4391-98A0-2959756BA509}" type="pres">
      <dgm:prSet presAssocID="{9FCA17F6-83C4-4D47-98A2-FD7EFF7837F6}" presName="level3hierChild" presStyleCnt="0"/>
      <dgm:spPr/>
    </dgm:pt>
    <dgm:pt modelId="{7CBB7AAD-5A9D-4BAB-AF85-F7779D4FE441}" type="pres">
      <dgm:prSet presAssocID="{DA7E792F-9C58-42FB-8251-B3DA3FA5FD19}" presName="conn2-1" presStyleLbl="parChTrans1D4" presStyleIdx="14" presStyleCnt="24"/>
      <dgm:spPr/>
    </dgm:pt>
    <dgm:pt modelId="{83FFD8F9-30FA-4319-BE48-C57E1063CF1C}" type="pres">
      <dgm:prSet presAssocID="{DA7E792F-9C58-42FB-8251-B3DA3FA5FD19}" presName="connTx" presStyleLbl="parChTrans1D4" presStyleIdx="14" presStyleCnt="24"/>
      <dgm:spPr/>
    </dgm:pt>
    <dgm:pt modelId="{9068090B-696E-4FEF-AFEF-FCC23E16C9DE}" type="pres">
      <dgm:prSet presAssocID="{955EEFF1-766E-4507-81DC-7D5008B64D2D}" presName="root2" presStyleCnt="0"/>
      <dgm:spPr/>
    </dgm:pt>
    <dgm:pt modelId="{90717B44-C385-4C77-9B0C-E490A268078B}" type="pres">
      <dgm:prSet presAssocID="{955EEFF1-766E-4507-81DC-7D5008B64D2D}" presName="LevelTwoTextNode" presStyleLbl="node4" presStyleIdx="14" presStyleCnt="24">
        <dgm:presLayoutVars>
          <dgm:chPref val="3"/>
        </dgm:presLayoutVars>
      </dgm:prSet>
      <dgm:spPr/>
    </dgm:pt>
    <dgm:pt modelId="{608459AF-6C96-4854-B30B-479472EA7DA9}" type="pres">
      <dgm:prSet presAssocID="{955EEFF1-766E-4507-81DC-7D5008B64D2D}" presName="level3hierChild" presStyleCnt="0"/>
      <dgm:spPr/>
    </dgm:pt>
    <dgm:pt modelId="{E9BAE295-DEBC-455B-A16F-FEF2FC421F89}" type="pres">
      <dgm:prSet presAssocID="{1B6B9D10-098B-4D86-A4CE-824C27B76CF3}" presName="conn2-1" presStyleLbl="parChTrans1D2" presStyleIdx="6" presStyleCnt="9"/>
      <dgm:spPr/>
    </dgm:pt>
    <dgm:pt modelId="{11507B69-30AC-48A1-B7AE-09EF31D4F9B3}" type="pres">
      <dgm:prSet presAssocID="{1B6B9D10-098B-4D86-A4CE-824C27B76CF3}" presName="connTx" presStyleLbl="parChTrans1D2" presStyleIdx="6" presStyleCnt="9"/>
      <dgm:spPr/>
    </dgm:pt>
    <dgm:pt modelId="{97DAC34B-2B08-4F06-879F-BF4ADB962D91}" type="pres">
      <dgm:prSet presAssocID="{0B61BF4F-96FC-4D06-92EE-E283B757012D}" presName="root2" presStyleCnt="0"/>
      <dgm:spPr/>
    </dgm:pt>
    <dgm:pt modelId="{B68F16A3-B365-4DA7-A0DB-50C0D7526535}" type="pres">
      <dgm:prSet presAssocID="{0B61BF4F-96FC-4D06-92EE-E283B757012D}" presName="LevelTwoTextNode" presStyleLbl="node2" presStyleIdx="6" presStyleCnt="9">
        <dgm:presLayoutVars>
          <dgm:chPref val="3"/>
        </dgm:presLayoutVars>
      </dgm:prSet>
      <dgm:spPr/>
    </dgm:pt>
    <dgm:pt modelId="{A652D313-E857-4B04-A48B-57AE8C36DFC4}" type="pres">
      <dgm:prSet presAssocID="{0B61BF4F-96FC-4D06-92EE-E283B757012D}" presName="level3hierChild" presStyleCnt="0"/>
      <dgm:spPr/>
    </dgm:pt>
    <dgm:pt modelId="{4B86F1D6-F376-4126-B541-08EA381270EC}" type="pres">
      <dgm:prSet presAssocID="{64A9FFD0-F478-4967-959C-18CF16974D84}" presName="conn2-1" presStyleLbl="parChTrans1D3" presStyleIdx="6" presStyleCnt="9"/>
      <dgm:spPr/>
    </dgm:pt>
    <dgm:pt modelId="{2312EEA5-C79E-438F-8A53-6B1EE9A69D1E}" type="pres">
      <dgm:prSet presAssocID="{64A9FFD0-F478-4967-959C-18CF16974D84}" presName="connTx" presStyleLbl="parChTrans1D3" presStyleIdx="6" presStyleCnt="9"/>
      <dgm:spPr/>
    </dgm:pt>
    <dgm:pt modelId="{96485D5D-79FD-49CA-8ED0-B0FEE32CFBDC}" type="pres">
      <dgm:prSet presAssocID="{4DC553E4-2697-4566-9AD5-6A03948AAB39}" presName="root2" presStyleCnt="0"/>
      <dgm:spPr/>
    </dgm:pt>
    <dgm:pt modelId="{BCA81231-D517-457B-BA69-018F38782763}" type="pres">
      <dgm:prSet presAssocID="{4DC553E4-2697-4566-9AD5-6A03948AAB39}" presName="LevelTwoTextNode" presStyleLbl="node3" presStyleIdx="6" presStyleCnt="9">
        <dgm:presLayoutVars>
          <dgm:chPref val="3"/>
        </dgm:presLayoutVars>
      </dgm:prSet>
      <dgm:spPr/>
    </dgm:pt>
    <dgm:pt modelId="{88AE021E-8A0F-4FA6-9B2A-D11F108AA5EB}" type="pres">
      <dgm:prSet presAssocID="{4DC553E4-2697-4566-9AD5-6A03948AAB39}" presName="level3hierChild" presStyleCnt="0"/>
      <dgm:spPr/>
    </dgm:pt>
    <dgm:pt modelId="{68E5DE6B-5081-4C35-A37F-9E54B00B28A6}" type="pres">
      <dgm:prSet presAssocID="{4EBFD86C-E5C8-43A7-89C6-BE6AD8CC5113}" presName="conn2-1" presStyleLbl="parChTrans1D4" presStyleIdx="15" presStyleCnt="24"/>
      <dgm:spPr/>
    </dgm:pt>
    <dgm:pt modelId="{873979EE-62D2-4438-A259-0A2A81F1FBED}" type="pres">
      <dgm:prSet presAssocID="{4EBFD86C-E5C8-43A7-89C6-BE6AD8CC5113}" presName="connTx" presStyleLbl="parChTrans1D4" presStyleIdx="15" presStyleCnt="24"/>
      <dgm:spPr/>
    </dgm:pt>
    <dgm:pt modelId="{3C68A41D-F6D8-4716-83C4-7C736DC273A2}" type="pres">
      <dgm:prSet presAssocID="{32CE10AC-6E5A-4533-9A42-DA332C6AD61B}" presName="root2" presStyleCnt="0"/>
      <dgm:spPr/>
    </dgm:pt>
    <dgm:pt modelId="{32111A26-C3F3-4A30-A81D-3A12686099CF}" type="pres">
      <dgm:prSet presAssocID="{32CE10AC-6E5A-4533-9A42-DA332C6AD61B}" presName="LevelTwoTextNode" presStyleLbl="node4" presStyleIdx="15" presStyleCnt="24">
        <dgm:presLayoutVars>
          <dgm:chPref val="3"/>
        </dgm:presLayoutVars>
      </dgm:prSet>
      <dgm:spPr>
        <a:xfrm>
          <a:off x="5367338" y="4014655"/>
          <a:ext cx="1163521" cy="581760"/>
        </a:xfrm>
        <a:prstGeom prst="roundRect">
          <a:avLst>
            <a:gd name="adj" fmla="val 10000"/>
          </a:avLst>
        </a:prstGeom>
      </dgm:spPr>
    </dgm:pt>
    <dgm:pt modelId="{EAE16216-850C-44CD-A438-C782D8F24790}" type="pres">
      <dgm:prSet presAssocID="{32CE10AC-6E5A-4533-9A42-DA332C6AD61B}" presName="level3hierChild" presStyleCnt="0"/>
      <dgm:spPr/>
    </dgm:pt>
    <dgm:pt modelId="{9129BF3A-732E-4B88-B877-98060695B41F}" type="pres">
      <dgm:prSet presAssocID="{C57E3AF5-BC38-400C-B71B-9E36CF5F7A05}" presName="conn2-1" presStyleLbl="parChTrans1D4" presStyleIdx="16" presStyleCnt="24"/>
      <dgm:spPr/>
    </dgm:pt>
    <dgm:pt modelId="{E036A344-6FD3-40FA-A0FB-C0E91BAB4F13}" type="pres">
      <dgm:prSet presAssocID="{C57E3AF5-BC38-400C-B71B-9E36CF5F7A05}" presName="connTx" presStyleLbl="parChTrans1D4" presStyleIdx="16" presStyleCnt="24"/>
      <dgm:spPr/>
    </dgm:pt>
    <dgm:pt modelId="{0799CC35-EA8A-4446-970A-E60956B0F5D7}" type="pres">
      <dgm:prSet presAssocID="{B37CAF71-19AE-4464-8E6F-8B3728A76F47}" presName="root2" presStyleCnt="0"/>
      <dgm:spPr/>
    </dgm:pt>
    <dgm:pt modelId="{5F48C2A9-1743-4C13-A5FE-B75547D04C87}" type="pres">
      <dgm:prSet presAssocID="{B37CAF71-19AE-4464-8E6F-8B3728A76F47}" presName="LevelTwoTextNode" presStyleLbl="node4" presStyleIdx="16" presStyleCnt="24">
        <dgm:presLayoutVars>
          <dgm:chPref val="3"/>
        </dgm:presLayoutVars>
      </dgm:prSet>
      <dgm:spPr/>
    </dgm:pt>
    <dgm:pt modelId="{680E7703-25EC-46A8-87B4-C53DA13816DF}" type="pres">
      <dgm:prSet presAssocID="{B37CAF71-19AE-4464-8E6F-8B3728A76F47}" presName="level3hierChild" presStyleCnt="0"/>
      <dgm:spPr/>
    </dgm:pt>
    <dgm:pt modelId="{E310C904-B295-4905-8448-FCC192E7F863}" type="pres">
      <dgm:prSet presAssocID="{D1341265-E580-467B-8A65-F13346839A6C}" presName="conn2-1" presStyleLbl="parChTrans1D4" presStyleIdx="17" presStyleCnt="24"/>
      <dgm:spPr/>
    </dgm:pt>
    <dgm:pt modelId="{11262057-F994-467B-910E-0DAF1040E0A7}" type="pres">
      <dgm:prSet presAssocID="{D1341265-E580-467B-8A65-F13346839A6C}" presName="connTx" presStyleLbl="parChTrans1D4" presStyleIdx="17" presStyleCnt="24"/>
      <dgm:spPr/>
    </dgm:pt>
    <dgm:pt modelId="{515CBB6A-B442-4CCE-AAA7-FDCDF8474756}" type="pres">
      <dgm:prSet presAssocID="{A12F71D1-3934-4614-86B9-08DC7640419C}" presName="root2" presStyleCnt="0"/>
      <dgm:spPr/>
    </dgm:pt>
    <dgm:pt modelId="{DC5B42F3-4F67-49D0-9D49-55A9008F0B50}" type="pres">
      <dgm:prSet presAssocID="{A12F71D1-3934-4614-86B9-08DC7640419C}" presName="LevelTwoTextNode" presStyleLbl="node4" presStyleIdx="17" presStyleCnt="24">
        <dgm:presLayoutVars>
          <dgm:chPref val="3"/>
        </dgm:presLayoutVars>
      </dgm:prSet>
      <dgm:spPr/>
    </dgm:pt>
    <dgm:pt modelId="{15BB5916-7C40-4A7F-9506-CB5A25F43B57}" type="pres">
      <dgm:prSet presAssocID="{A12F71D1-3934-4614-86B9-08DC7640419C}" presName="level3hierChild" presStyleCnt="0"/>
      <dgm:spPr/>
    </dgm:pt>
    <dgm:pt modelId="{24238CA2-110A-4897-8083-EBF6F3940FFB}" type="pres">
      <dgm:prSet presAssocID="{677692FB-5B83-43E4-A3F8-4DDAE11974CD}" presName="conn2-1" presStyleLbl="parChTrans1D2" presStyleIdx="7" presStyleCnt="9"/>
      <dgm:spPr/>
    </dgm:pt>
    <dgm:pt modelId="{F9CFDBD1-8039-4F9B-9FB6-8A99C0601032}" type="pres">
      <dgm:prSet presAssocID="{677692FB-5B83-43E4-A3F8-4DDAE11974CD}" presName="connTx" presStyleLbl="parChTrans1D2" presStyleIdx="7" presStyleCnt="9"/>
      <dgm:spPr/>
    </dgm:pt>
    <dgm:pt modelId="{FDC4BCC3-BF03-4753-8E84-B020009EEE3F}" type="pres">
      <dgm:prSet presAssocID="{73C9083D-09E6-434B-8444-47A4209C88EF}" presName="root2" presStyleCnt="0"/>
      <dgm:spPr/>
    </dgm:pt>
    <dgm:pt modelId="{901190A5-B5D3-4E6B-A690-DF8D5382FB87}" type="pres">
      <dgm:prSet presAssocID="{73C9083D-09E6-434B-8444-47A4209C88EF}" presName="LevelTwoTextNode" presStyleLbl="node2" presStyleIdx="7" presStyleCnt="9">
        <dgm:presLayoutVars>
          <dgm:chPref val="3"/>
        </dgm:presLayoutVars>
      </dgm:prSet>
      <dgm:spPr/>
    </dgm:pt>
    <dgm:pt modelId="{E0122691-7555-4056-9C05-6C5318A5682D}" type="pres">
      <dgm:prSet presAssocID="{73C9083D-09E6-434B-8444-47A4209C88EF}" presName="level3hierChild" presStyleCnt="0"/>
      <dgm:spPr/>
    </dgm:pt>
    <dgm:pt modelId="{9E83B7BE-7036-437C-B1C8-D022CDFF2ADC}" type="pres">
      <dgm:prSet presAssocID="{0CA8EDC2-F55E-42DC-A925-C50D0EAF77E0}" presName="conn2-1" presStyleLbl="parChTrans1D3" presStyleIdx="7" presStyleCnt="9"/>
      <dgm:spPr/>
    </dgm:pt>
    <dgm:pt modelId="{1D07DCD3-81C5-4716-868E-0ACC2807D531}" type="pres">
      <dgm:prSet presAssocID="{0CA8EDC2-F55E-42DC-A925-C50D0EAF77E0}" presName="connTx" presStyleLbl="parChTrans1D3" presStyleIdx="7" presStyleCnt="9"/>
      <dgm:spPr/>
    </dgm:pt>
    <dgm:pt modelId="{10E8A47C-27F6-4096-A31E-F785C02F06E0}" type="pres">
      <dgm:prSet presAssocID="{D4FB161D-4BAE-4D32-B4A2-1AE8F2FBC496}" presName="root2" presStyleCnt="0"/>
      <dgm:spPr/>
    </dgm:pt>
    <dgm:pt modelId="{795A990A-0358-40F0-9A22-EBB094EC8568}" type="pres">
      <dgm:prSet presAssocID="{D4FB161D-4BAE-4D32-B4A2-1AE8F2FBC496}" presName="LevelTwoTextNode" presStyleLbl="node3" presStyleIdx="7" presStyleCnt="9">
        <dgm:presLayoutVars>
          <dgm:chPref val="3"/>
        </dgm:presLayoutVars>
      </dgm:prSet>
      <dgm:spPr/>
    </dgm:pt>
    <dgm:pt modelId="{79F34E0D-188A-43E5-A410-0175ACEEF776}" type="pres">
      <dgm:prSet presAssocID="{D4FB161D-4BAE-4D32-B4A2-1AE8F2FBC496}" presName="level3hierChild" presStyleCnt="0"/>
      <dgm:spPr/>
    </dgm:pt>
    <dgm:pt modelId="{FEAD7668-D25E-4273-BCD7-0EE3C802BCA8}" type="pres">
      <dgm:prSet presAssocID="{0D15283F-2FAA-448E-800F-09A2B81ACC50}" presName="conn2-1" presStyleLbl="parChTrans1D4" presStyleIdx="18" presStyleCnt="24"/>
      <dgm:spPr/>
    </dgm:pt>
    <dgm:pt modelId="{EDB264AA-BF5B-4B4B-BE6E-9FE84AAB063F}" type="pres">
      <dgm:prSet presAssocID="{0D15283F-2FAA-448E-800F-09A2B81ACC50}" presName="connTx" presStyleLbl="parChTrans1D4" presStyleIdx="18" presStyleCnt="24"/>
      <dgm:spPr/>
    </dgm:pt>
    <dgm:pt modelId="{AD688993-E073-47D0-B8E0-FA4061FA6B0A}" type="pres">
      <dgm:prSet presAssocID="{2A41487B-3B9A-4D32-80CD-EC5E2FAFCE8B}" presName="root2" presStyleCnt="0"/>
      <dgm:spPr/>
    </dgm:pt>
    <dgm:pt modelId="{87253E76-124F-4426-A088-41481F1BB359}" type="pres">
      <dgm:prSet presAssocID="{2A41487B-3B9A-4D32-80CD-EC5E2FAFCE8B}" presName="LevelTwoTextNode" presStyleLbl="node4" presStyleIdx="18" presStyleCnt="24">
        <dgm:presLayoutVars>
          <dgm:chPref val="3"/>
        </dgm:presLayoutVars>
      </dgm:prSet>
      <dgm:spPr>
        <a:xfrm>
          <a:off x="5367338" y="4683680"/>
          <a:ext cx="1163521" cy="581760"/>
        </a:xfrm>
        <a:prstGeom prst="roundRect">
          <a:avLst>
            <a:gd name="adj" fmla="val 10000"/>
          </a:avLst>
        </a:prstGeom>
      </dgm:spPr>
    </dgm:pt>
    <dgm:pt modelId="{4D27AB97-A147-4719-80E8-A4C464AE4E82}" type="pres">
      <dgm:prSet presAssocID="{2A41487B-3B9A-4D32-80CD-EC5E2FAFCE8B}" presName="level3hierChild" presStyleCnt="0"/>
      <dgm:spPr/>
    </dgm:pt>
    <dgm:pt modelId="{7D473827-5661-4327-B788-CBA55B684E17}" type="pres">
      <dgm:prSet presAssocID="{386A776F-7ACB-408A-83E0-D4EABD5B9578}" presName="conn2-1" presStyleLbl="parChTrans1D4" presStyleIdx="19" presStyleCnt="24"/>
      <dgm:spPr/>
    </dgm:pt>
    <dgm:pt modelId="{B8DB13BA-D2F0-469E-96C7-D8966C8445C8}" type="pres">
      <dgm:prSet presAssocID="{386A776F-7ACB-408A-83E0-D4EABD5B9578}" presName="connTx" presStyleLbl="parChTrans1D4" presStyleIdx="19" presStyleCnt="24"/>
      <dgm:spPr/>
    </dgm:pt>
    <dgm:pt modelId="{A0BFBD6F-FBF6-4C6A-B3B0-A9B43905C861}" type="pres">
      <dgm:prSet presAssocID="{8A9D7216-D4EC-4EA2-B611-B6FB93C377E5}" presName="root2" presStyleCnt="0"/>
      <dgm:spPr/>
    </dgm:pt>
    <dgm:pt modelId="{B9356D8F-32D6-40D4-9BE6-E5F6903D6CC9}" type="pres">
      <dgm:prSet presAssocID="{8A9D7216-D4EC-4EA2-B611-B6FB93C377E5}" presName="LevelTwoTextNode" presStyleLbl="node4" presStyleIdx="19" presStyleCnt="24">
        <dgm:presLayoutVars>
          <dgm:chPref val="3"/>
        </dgm:presLayoutVars>
      </dgm:prSet>
      <dgm:spPr>
        <a:xfrm>
          <a:off x="6181803" y="4683680"/>
          <a:ext cx="1163521" cy="581760"/>
        </a:xfrm>
        <a:prstGeom prst="roundRect">
          <a:avLst>
            <a:gd name="adj" fmla="val 10000"/>
          </a:avLst>
        </a:prstGeom>
      </dgm:spPr>
    </dgm:pt>
    <dgm:pt modelId="{B37046AE-7A06-41EF-92AD-8AD4F40376B8}" type="pres">
      <dgm:prSet presAssocID="{8A9D7216-D4EC-4EA2-B611-B6FB93C377E5}" presName="level3hierChild" presStyleCnt="0"/>
      <dgm:spPr/>
    </dgm:pt>
    <dgm:pt modelId="{F9C7AC9B-FBAF-4E37-A607-0FF91034F564}" type="pres">
      <dgm:prSet presAssocID="{5C1AC4C5-EFCE-48EC-934F-7DB2078CF4B2}" presName="conn2-1" presStyleLbl="parChTrans1D4" presStyleIdx="20" presStyleCnt="24"/>
      <dgm:spPr/>
    </dgm:pt>
    <dgm:pt modelId="{4EC1CCF1-3F8D-48F6-801F-666F3C719526}" type="pres">
      <dgm:prSet presAssocID="{5C1AC4C5-EFCE-48EC-934F-7DB2078CF4B2}" presName="connTx" presStyleLbl="parChTrans1D4" presStyleIdx="20" presStyleCnt="24"/>
      <dgm:spPr/>
    </dgm:pt>
    <dgm:pt modelId="{0D5C163F-6650-4AE0-B9BA-D94B4D5A5DCA}" type="pres">
      <dgm:prSet presAssocID="{94F1C239-CC46-4148-962E-5CB9475E1351}" presName="root2" presStyleCnt="0"/>
      <dgm:spPr/>
    </dgm:pt>
    <dgm:pt modelId="{BDF0E233-439A-44B2-9243-AA5F658EB1DC}" type="pres">
      <dgm:prSet presAssocID="{94F1C239-CC46-4148-962E-5CB9475E1351}" presName="LevelTwoTextNode" presStyleLbl="node4" presStyleIdx="20" presStyleCnt="24">
        <dgm:presLayoutVars>
          <dgm:chPref val="3"/>
        </dgm:presLayoutVars>
      </dgm:prSet>
      <dgm:spPr/>
    </dgm:pt>
    <dgm:pt modelId="{38D5A58E-8EF6-41D0-BA82-CBECDCB25488}" type="pres">
      <dgm:prSet presAssocID="{94F1C239-CC46-4148-962E-5CB9475E1351}" presName="level3hierChild" presStyleCnt="0"/>
      <dgm:spPr/>
    </dgm:pt>
    <dgm:pt modelId="{6F7F0DAC-0E76-4FFE-BD2B-4D21DD7B2CB1}" type="pres">
      <dgm:prSet presAssocID="{073A8672-B36C-45F0-9270-BED927A0A2D0}" presName="conn2-1" presStyleLbl="parChTrans1D2" presStyleIdx="8" presStyleCnt="9"/>
      <dgm:spPr/>
    </dgm:pt>
    <dgm:pt modelId="{A48017B6-A325-4D7E-A6E0-DA6918EB0904}" type="pres">
      <dgm:prSet presAssocID="{073A8672-B36C-45F0-9270-BED927A0A2D0}" presName="connTx" presStyleLbl="parChTrans1D2" presStyleIdx="8" presStyleCnt="9"/>
      <dgm:spPr/>
    </dgm:pt>
    <dgm:pt modelId="{51D96936-9251-4516-9CD2-6D3F14688702}" type="pres">
      <dgm:prSet presAssocID="{A6E13496-07EE-4D09-98A1-519905CBF266}" presName="root2" presStyleCnt="0"/>
      <dgm:spPr/>
    </dgm:pt>
    <dgm:pt modelId="{993F26C3-9BD7-40E0-8DA1-D2C958E7BA31}" type="pres">
      <dgm:prSet presAssocID="{A6E13496-07EE-4D09-98A1-519905CBF266}" presName="LevelTwoTextNode" presStyleLbl="node2" presStyleIdx="8" presStyleCnt="9">
        <dgm:presLayoutVars>
          <dgm:chPref val="3"/>
        </dgm:presLayoutVars>
      </dgm:prSet>
      <dgm:spPr/>
    </dgm:pt>
    <dgm:pt modelId="{41973045-171C-4760-9EFD-5C8B2A6194A9}" type="pres">
      <dgm:prSet presAssocID="{A6E13496-07EE-4D09-98A1-519905CBF266}" presName="level3hierChild" presStyleCnt="0"/>
      <dgm:spPr/>
    </dgm:pt>
    <dgm:pt modelId="{8F95E185-8E83-4B67-987F-5CF8CE643303}" type="pres">
      <dgm:prSet presAssocID="{4F89BC67-EB49-4BE6-A70A-CCEA5461FC9D}" presName="conn2-1" presStyleLbl="parChTrans1D3" presStyleIdx="8" presStyleCnt="9"/>
      <dgm:spPr/>
    </dgm:pt>
    <dgm:pt modelId="{57BD9131-DC3E-463D-A418-E22D0AFE4454}" type="pres">
      <dgm:prSet presAssocID="{4F89BC67-EB49-4BE6-A70A-CCEA5461FC9D}" presName="connTx" presStyleLbl="parChTrans1D3" presStyleIdx="8" presStyleCnt="9"/>
      <dgm:spPr/>
    </dgm:pt>
    <dgm:pt modelId="{DBFF8A66-F494-4B3D-9268-FC03A2688D57}" type="pres">
      <dgm:prSet presAssocID="{CDC13BAC-293B-49A6-8B20-DC0BDF17500A}" presName="root2" presStyleCnt="0"/>
      <dgm:spPr/>
    </dgm:pt>
    <dgm:pt modelId="{E7EA8F95-ABF1-4692-A7DB-D7F1569514CB}" type="pres">
      <dgm:prSet presAssocID="{CDC13BAC-293B-49A6-8B20-DC0BDF17500A}" presName="LevelTwoTextNode" presStyleLbl="node3" presStyleIdx="8" presStyleCnt="9">
        <dgm:presLayoutVars>
          <dgm:chPref val="3"/>
        </dgm:presLayoutVars>
      </dgm:prSet>
      <dgm:spPr/>
    </dgm:pt>
    <dgm:pt modelId="{1EC4B594-16B6-4241-B916-F6E40F573003}" type="pres">
      <dgm:prSet presAssocID="{CDC13BAC-293B-49A6-8B20-DC0BDF17500A}" presName="level3hierChild" presStyleCnt="0"/>
      <dgm:spPr/>
    </dgm:pt>
    <dgm:pt modelId="{9ECE648D-9B2C-4CD6-9229-31AB23C51CB2}" type="pres">
      <dgm:prSet presAssocID="{D60AB73C-982D-476B-88DC-2E77FB92A729}" presName="conn2-1" presStyleLbl="parChTrans1D4" presStyleIdx="21" presStyleCnt="24"/>
      <dgm:spPr/>
    </dgm:pt>
    <dgm:pt modelId="{DAB21C76-B1FD-4A7C-ABF5-105435E66F74}" type="pres">
      <dgm:prSet presAssocID="{D60AB73C-982D-476B-88DC-2E77FB92A729}" presName="connTx" presStyleLbl="parChTrans1D4" presStyleIdx="21" presStyleCnt="24"/>
      <dgm:spPr/>
    </dgm:pt>
    <dgm:pt modelId="{34C4C12F-0BAB-4C38-9C21-A70BA0398A3C}" type="pres">
      <dgm:prSet presAssocID="{5F1B1E4B-3DC6-443E-9B82-E3CB574306D6}" presName="root2" presStyleCnt="0"/>
      <dgm:spPr/>
    </dgm:pt>
    <dgm:pt modelId="{0A259A28-5390-4595-A775-C2E2A400DAB4}" type="pres">
      <dgm:prSet presAssocID="{5F1B1E4B-3DC6-443E-9B82-E3CB574306D6}" presName="LevelTwoTextNode" presStyleLbl="node4" presStyleIdx="21" presStyleCnt="24">
        <dgm:presLayoutVars>
          <dgm:chPref val="3"/>
        </dgm:presLayoutVars>
      </dgm:prSet>
      <dgm:spPr>
        <a:xfrm>
          <a:off x="5367338" y="5352705"/>
          <a:ext cx="1163521" cy="581760"/>
        </a:xfrm>
        <a:prstGeom prst="roundRect">
          <a:avLst>
            <a:gd name="adj" fmla="val 10000"/>
          </a:avLst>
        </a:prstGeom>
      </dgm:spPr>
    </dgm:pt>
    <dgm:pt modelId="{F89937B5-CE7C-4F15-B687-EF693D79233C}" type="pres">
      <dgm:prSet presAssocID="{5F1B1E4B-3DC6-443E-9B82-E3CB574306D6}" presName="level3hierChild" presStyleCnt="0"/>
      <dgm:spPr/>
    </dgm:pt>
    <dgm:pt modelId="{7C185EC7-F3FF-4846-A11B-002AAA039ADC}" type="pres">
      <dgm:prSet presAssocID="{95FAA57C-18D5-4445-A797-EA5383A0A614}" presName="conn2-1" presStyleLbl="parChTrans1D4" presStyleIdx="22" presStyleCnt="24"/>
      <dgm:spPr/>
    </dgm:pt>
    <dgm:pt modelId="{4E72009F-BEDB-47D5-A310-C891F5A2EE16}" type="pres">
      <dgm:prSet presAssocID="{95FAA57C-18D5-4445-A797-EA5383A0A614}" presName="connTx" presStyleLbl="parChTrans1D4" presStyleIdx="22" presStyleCnt="24"/>
      <dgm:spPr/>
    </dgm:pt>
    <dgm:pt modelId="{115AA4A6-C20E-4587-A49D-35011366D0EF}" type="pres">
      <dgm:prSet presAssocID="{3051AADD-D93D-4582-8A3C-EFA87DDF920B}" presName="root2" presStyleCnt="0"/>
      <dgm:spPr/>
    </dgm:pt>
    <dgm:pt modelId="{D54E0105-6B6E-4476-B0AD-740827AFB43D}" type="pres">
      <dgm:prSet presAssocID="{3051AADD-D93D-4582-8A3C-EFA87DDF920B}" presName="LevelTwoTextNode" presStyleLbl="node4" presStyleIdx="22" presStyleCnt="24">
        <dgm:presLayoutVars>
          <dgm:chPref val="3"/>
        </dgm:presLayoutVars>
      </dgm:prSet>
      <dgm:spPr/>
    </dgm:pt>
    <dgm:pt modelId="{BF4AC138-7206-4D94-9C4B-0875362CC54E}" type="pres">
      <dgm:prSet presAssocID="{3051AADD-D93D-4582-8A3C-EFA87DDF920B}" presName="level3hierChild" presStyleCnt="0"/>
      <dgm:spPr/>
    </dgm:pt>
    <dgm:pt modelId="{FA6B2FAD-4BAA-4003-9259-A6686765183D}" type="pres">
      <dgm:prSet presAssocID="{6EE3DCAB-19C9-4759-9440-E5C16BA1707D}" presName="conn2-1" presStyleLbl="parChTrans1D4" presStyleIdx="23" presStyleCnt="24"/>
      <dgm:spPr/>
    </dgm:pt>
    <dgm:pt modelId="{A3159386-006D-4510-90F9-070A9C2D1CE4}" type="pres">
      <dgm:prSet presAssocID="{6EE3DCAB-19C9-4759-9440-E5C16BA1707D}" presName="connTx" presStyleLbl="parChTrans1D4" presStyleIdx="23" presStyleCnt="24"/>
      <dgm:spPr/>
    </dgm:pt>
    <dgm:pt modelId="{F9720607-2977-4854-9C81-BB23C1FB4297}" type="pres">
      <dgm:prSet presAssocID="{1C894136-EA84-46F0-8A95-7B212CB8F358}" presName="root2" presStyleCnt="0"/>
      <dgm:spPr/>
    </dgm:pt>
    <dgm:pt modelId="{DFA5E034-FCB0-4A68-9310-11346B89EEA8}" type="pres">
      <dgm:prSet presAssocID="{1C894136-EA84-46F0-8A95-7B212CB8F358}" presName="LevelTwoTextNode" presStyleLbl="node4" presStyleIdx="23" presStyleCnt="24">
        <dgm:presLayoutVars>
          <dgm:chPref val="3"/>
        </dgm:presLayoutVars>
      </dgm:prSet>
      <dgm:spPr/>
    </dgm:pt>
    <dgm:pt modelId="{B2CEBD06-012F-4D5D-AA63-5D0ACF7EA8CB}" type="pres">
      <dgm:prSet presAssocID="{1C894136-EA84-46F0-8A95-7B212CB8F358}" presName="level3hierChild" presStyleCnt="0"/>
      <dgm:spPr/>
    </dgm:pt>
  </dgm:ptLst>
  <dgm:cxnLst>
    <dgm:cxn modelId="{478EF401-0C15-421C-B921-71F404DECC93}" srcId="{78FDF9EF-5A72-4B81-9762-6CD8E203DAEE}" destId="{8239BECC-0F87-4C67-A85A-717A738A69FD}" srcOrd="1" destOrd="0" parTransId="{416524BF-2AF2-4134-927F-1C3D2ADC9F5C}" sibTransId="{A4B7A48D-D31C-4732-AF03-949591E1CA8F}"/>
    <dgm:cxn modelId="{F1ADAF03-1D7D-42CD-A76B-6D2CB2843F2E}" type="presOf" srcId="{A39143F1-9FB0-4AD3-935B-1846BDE24411}" destId="{2D9BB59C-BB77-4D2D-A60D-EA3550FF4699}" srcOrd="0" destOrd="0" presId="urn:microsoft.com/office/officeart/2005/8/layout/hierarchy2"/>
    <dgm:cxn modelId="{C2D9A204-DA52-4360-9036-8F13943EC388}" srcId="{4DC553E4-2697-4566-9AD5-6A03948AAB39}" destId="{32CE10AC-6E5A-4533-9A42-DA332C6AD61B}" srcOrd="0" destOrd="0" parTransId="{4EBFD86C-E5C8-43A7-89C6-BE6AD8CC5113}" sibTransId="{8C9C4984-D266-45FA-891F-61670374D644}"/>
    <dgm:cxn modelId="{ADD0C104-CF86-4F29-8A53-D3BA8B2620CD}" type="presOf" srcId="{4EBFD86C-E5C8-43A7-89C6-BE6AD8CC5113}" destId="{873979EE-62D2-4438-A259-0A2A81F1FBED}" srcOrd="1" destOrd="0" presId="urn:microsoft.com/office/officeart/2005/8/layout/hierarchy2"/>
    <dgm:cxn modelId="{5CF29F06-73D4-485C-B654-A328819DC6DB}" type="presOf" srcId="{95FAA57C-18D5-4445-A797-EA5383A0A614}" destId="{7C185EC7-F3FF-4846-A11B-002AAA039ADC}" srcOrd="0" destOrd="0" presId="urn:microsoft.com/office/officeart/2005/8/layout/hierarchy2"/>
    <dgm:cxn modelId="{6DA9E10B-B837-4778-910E-1F1723C9D5CB}" type="presOf" srcId="{95FAA57C-18D5-4445-A797-EA5383A0A614}" destId="{4E72009F-BEDB-47D5-A310-C891F5A2EE16}" srcOrd="1" destOrd="0" presId="urn:microsoft.com/office/officeart/2005/8/layout/hierarchy2"/>
    <dgm:cxn modelId="{5246820C-6467-4FFF-8B59-CD40E6DC0C34}" type="presOf" srcId="{CDC13BAC-293B-49A6-8B20-DC0BDF17500A}" destId="{E7EA8F95-ABF1-4692-A7DB-D7F1569514CB}" srcOrd="0" destOrd="0" presId="urn:microsoft.com/office/officeart/2005/8/layout/hierarchy2"/>
    <dgm:cxn modelId="{618C3F10-983E-4810-90E5-F86C7CAF59EF}" type="presOf" srcId="{0D15283F-2FAA-448E-800F-09A2B81ACC50}" destId="{FEAD7668-D25E-4273-BCD7-0EE3C802BCA8}" srcOrd="0" destOrd="0" presId="urn:microsoft.com/office/officeart/2005/8/layout/hierarchy2"/>
    <dgm:cxn modelId="{4EACC811-B4E2-4535-8781-F002BAA1B0E9}" srcId="{B15224BA-BF20-4448-A7A6-E6F91D14C254}" destId="{3DD2FF94-FCE2-40B0-9274-6E1B6A66D26E}" srcOrd="0" destOrd="0" parTransId="{7D3F963D-C968-4697-B190-FB3C26B969D3}" sibTransId="{0002C699-FEBE-4B87-94D4-A488CC81A78F}"/>
    <dgm:cxn modelId="{4C448712-C929-45ED-AD60-8E203F51B7F4}" type="presOf" srcId="{073A8672-B36C-45F0-9270-BED927A0A2D0}" destId="{A48017B6-A325-4D7E-A6E0-DA6918EB0904}" srcOrd="1" destOrd="0" presId="urn:microsoft.com/office/officeart/2005/8/layout/hierarchy2"/>
    <dgm:cxn modelId="{9F6FF913-35B6-48DB-8E1E-8F40374C3ABB}" type="presOf" srcId="{6EE3DCAB-19C9-4759-9440-E5C16BA1707D}" destId="{A3159386-006D-4510-90F9-070A9C2D1CE4}" srcOrd="1" destOrd="0" presId="urn:microsoft.com/office/officeart/2005/8/layout/hierarchy2"/>
    <dgm:cxn modelId="{217E7A15-8F85-4A8A-BD4C-405054ACDF26}" type="presOf" srcId="{DC69C5DD-52E6-4790-BA86-2ED3FA2BB4F7}" destId="{22452D13-B3AD-4570-BFCA-A3E2938C2FA8}" srcOrd="0" destOrd="0" presId="urn:microsoft.com/office/officeart/2005/8/layout/hierarchy2"/>
    <dgm:cxn modelId="{B4B0C517-A06C-4BFE-A532-CB6A391C1512}" type="presOf" srcId="{7BD46054-DE61-46A0-A4A9-110AF055C4E1}" destId="{A34E1A0B-E25E-4C0E-BFE8-A0F518799AEA}" srcOrd="0" destOrd="0" presId="urn:microsoft.com/office/officeart/2005/8/layout/hierarchy2"/>
    <dgm:cxn modelId="{00D13C19-CC23-45FE-B231-2EF7A6E99A16}" srcId="{78FDF9EF-5A72-4B81-9762-6CD8E203DAEE}" destId="{949432D3-4DBF-48E1-B39A-D475EA7BB11C}" srcOrd="2" destOrd="0" parTransId="{D9E74DA9-0856-4115-8552-A8F355E84C10}" sibTransId="{A832C6B9-7894-49EB-90D3-49B7E7D20A88}"/>
    <dgm:cxn modelId="{5A764319-1CF3-4F87-B0FA-6EA44F75CEE7}" type="presOf" srcId="{386A776F-7ACB-408A-83E0-D4EABD5B9578}" destId="{7D473827-5661-4327-B788-CBA55B684E17}" srcOrd="0" destOrd="0" presId="urn:microsoft.com/office/officeart/2005/8/layout/hierarchy2"/>
    <dgm:cxn modelId="{8539EB1D-BE7D-4912-A143-36445A76ED17}" type="presOf" srcId="{6BF93A28-D3F3-4D98-961B-B7A3153447F6}" destId="{C8ED3D86-5B10-4BFF-80C1-EC63A7646349}" srcOrd="0" destOrd="0" presId="urn:microsoft.com/office/officeart/2005/8/layout/hierarchy2"/>
    <dgm:cxn modelId="{EF5B371F-1B4C-47FC-BA8F-F6A2F21E823E}" type="presOf" srcId="{5C1AC4C5-EFCE-48EC-934F-7DB2078CF4B2}" destId="{F9C7AC9B-FBAF-4E37-A607-0FF91034F564}" srcOrd="0" destOrd="0" presId="urn:microsoft.com/office/officeart/2005/8/layout/hierarchy2"/>
    <dgm:cxn modelId="{8C903D1F-9389-40D9-84B1-6A97096F9346}" type="presOf" srcId="{32181C2F-7A1F-4F73-A725-61F186966EDC}" destId="{F54580D2-05CF-48BD-BCB6-4D25DFB1FDCF}" srcOrd="0" destOrd="0" presId="urn:microsoft.com/office/officeart/2005/8/layout/hierarchy2"/>
    <dgm:cxn modelId="{96916621-37E0-4CA9-A0EA-86DC421640CE}" type="presOf" srcId="{4F89BC67-EB49-4BE6-A70A-CCEA5461FC9D}" destId="{57BD9131-DC3E-463D-A418-E22D0AFE4454}" srcOrd="1" destOrd="0" presId="urn:microsoft.com/office/officeart/2005/8/layout/hierarchy2"/>
    <dgm:cxn modelId="{BDE9FB22-F35E-48E7-A5CC-BCC92261410A}" srcId="{DC6B323C-AEC1-4730-A4AD-5D5CB362007F}" destId="{2FB53EE3-4822-472D-AC68-501349331584}" srcOrd="0" destOrd="0" parTransId="{CA44CD1F-5C2A-4F49-9CE6-45E079FE4DFA}" sibTransId="{C5679DA6-294E-4AF4-97CE-28345CC30C9E}"/>
    <dgm:cxn modelId="{3B952D28-1A88-472B-A701-04258CB0CDED}" type="presOf" srcId="{073A8672-B36C-45F0-9270-BED927A0A2D0}" destId="{6F7F0DAC-0E76-4FFE-BD2B-4D21DD7B2CB1}" srcOrd="0" destOrd="0" presId="urn:microsoft.com/office/officeart/2005/8/layout/hierarchy2"/>
    <dgm:cxn modelId="{F5E3DB28-EC52-41D0-8E7B-7599D4EFBEFF}" srcId="{97EAE322-E547-4416-86A0-3A5F9B4D3973}" destId="{3BC4FF00-1237-4A81-BE3C-400F5AB8B068}" srcOrd="0" destOrd="0" parTransId="{45A82353-138D-4BB1-9BEB-B302437BFF3F}" sibTransId="{0982098F-EB6B-4E29-9D4E-5302AA2CDC19}"/>
    <dgm:cxn modelId="{F91D862A-160C-4638-8E66-8BFEA24CE764}" type="presOf" srcId="{D9E74DA9-0856-4115-8552-A8F355E84C10}" destId="{E25D05A8-7368-4237-88A5-ACDB30D35F85}" srcOrd="1" destOrd="0" presId="urn:microsoft.com/office/officeart/2005/8/layout/hierarchy2"/>
    <dgm:cxn modelId="{ECE2F22A-1F4F-4FE2-BD0C-BE97B5447C48}" srcId="{D4FB161D-4BAE-4D32-B4A2-1AE8F2FBC496}" destId="{2A41487B-3B9A-4D32-80CD-EC5E2FAFCE8B}" srcOrd="0" destOrd="0" parTransId="{0D15283F-2FAA-448E-800F-09A2B81ACC50}" sibTransId="{CA381807-6EE8-4153-B8DD-CC54EA2ED44D}"/>
    <dgm:cxn modelId="{2883832D-A290-4E81-B9D6-09829A4940DC}" type="presOf" srcId="{0CA8EDC2-F55E-42DC-A925-C50D0EAF77E0}" destId="{1D07DCD3-81C5-4716-868E-0ACC2807D531}" srcOrd="1" destOrd="0" presId="urn:microsoft.com/office/officeart/2005/8/layout/hierarchy2"/>
    <dgm:cxn modelId="{312B8030-B0B5-4379-98F2-ED2D30AC3610}" type="presOf" srcId="{46EB6B8C-E0A1-49A9-9AC9-67CD19D32CF1}" destId="{6D8D8867-2E17-4149-855A-73DAE93B31B8}" srcOrd="0" destOrd="0" presId="urn:microsoft.com/office/officeart/2005/8/layout/hierarchy2"/>
    <dgm:cxn modelId="{3743F131-C45E-450D-8627-62B2254A6630}" srcId="{0B61BF4F-96FC-4D06-92EE-E283B757012D}" destId="{4DC553E4-2697-4566-9AD5-6A03948AAB39}" srcOrd="0" destOrd="0" parTransId="{64A9FFD0-F478-4967-959C-18CF16974D84}" sibTransId="{4565CCF2-C36C-4AD4-801D-8402F17C450D}"/>
    <dgm:cxn modelId="{81242035-F578-449B-B837-CAE9615741E8}" srcId="{2A41487B-3B9A-4D32-80CD-EC5E2FAFCE8B}" destId="{8A9D7216-D4EC-4EA2-B611-B6FB93C377E5}" srcOrd="0" destOrd="0" parTransId="{386A776F-7ACB-408A-83E0-D4EABD5B9578}" sibTransId="{597CEB0F-4ACA-4C16-8E4D-A2A9398A0100}"/>
    <dgm:cxn modelId="{1C663E35-626D-4184-AD50-9F3FAD666709}" type="presOf" srcId="{DB10B14E-0773-4B5F-AE74-A7D728BF3E99}" destId="{B287F7B4-A121-4216-BB70-7DB34EFE4E1A}" srcOrd="1" destOrd="0" presId="urn:microsoft.com/office/officeart/2005/8/layout/hierarchy2"/>
    <dgm:cxn modelId="{1C2D2D36-6F05-467C-85C2-228E09DF655E}" type="presOf" srcId="{0433D76F-F8BB-4251-8C8A-CF1CFA380D3C}" destId="{5BC14C91-82AB-488D-A5A4-87ED0F7190D1}" srcOrd="1" destOrd="0" presId="urn:microsoft.com/office/officeart/2005/8/layout/hierarchy2"/>
    <dgm:cxn modelId="{468C1338-78D6-403F-8A31-AFE098AFB6DA}" type="presOf" srcId="{32CE10AC-6E5A-4533-9A42-DA332C6AD61B}" destId="{32111A26-C3F3-4A30-A81D-3A12686099CF}" srcOrd="0" destOrd="0" presId="urn:microsoft.com/office/officeart/2005/8/layout/hierarchy2"/>
    <dgm:cxn modelId="{BA51E83A-0F6B-4874-AA51-A47B904CB265}" srcId="{CDC13BAC-293B-49A6-8B20-DC0BDF17500A}" destId="{5F1B1E4B-3DC6-443E-9B82-E3CB574306D6}" srcOrd="0" destOrd="0" parTransId="{D60AB73C-982D-476B-88DC-2E77FB92A729}" sibTransId="{B80DEBEE-A9FB-4EC7-91D6-929D7BFDE9D5}"/>
    <dgm:cxn modelId="{DF36093C-8B83-42D6-8EBB-DC4291D0EE7B}" type="presOf" srcId="{2FB53EE3-4822-472D-AC68-501349331584}" destId="{DA9CEC15-E519-4CF9-B049-0DE680FDE618}" srcOrd="0" destOrd="0" presId="urn:microsoft.com/office/officeart/2005/8/layout/hierarchy2"/>
    <dgm:cxn modelId="{43A7F63C-6D70-4D21-B945-1D48CED22280}" type="presOf" srcId="{46EB6B8C-E0A1-49A9-9AC9-67CD19D32CF1}" destId="{F8D7B0B7-AE6F-4987-881F-7DCB82152520}" srcOrd="1" destOrd="0" presId="urn:microsoft.com/office/officeart/2005/8/layout/hierarchy2"/>
    <dgm:cxn modelId="{90E9A73D-ECEC-44FA-8E2F-5718754911D5}" type="presOf" srcId="{64A9FFD0-F478-4967-959C-18CF16974D84}" destId="{2312EEA5-C79E-438F-8A53-6B1EE9A69D1E}" srcOrd="1" destOrd="0" presId="urn:microsoft.com/office/officeart/2005/8/layout/hierarchy2"/>
    <dgm:cxn modelId="{533BF43E-CC3A-4C61-95BB-5E115CC8AFE7}" srcId="{3BC4FF00-1237-4A81-BE3C-400F5AB8B068}" destId="{F1274A9A-AF45-4CD8-86F1-BFC181E53312}" srcOrd="0" destOrd="0" parTransId="{E034918E-D34B-40EB-99DE-FFC9BC65894A}" sibTransId="{09D8989C-2C1E-40D8-B16A-E79E129AC9F3}"/>
    <dgm:cxn modelId="{0D120E5B-044B-45BC-9642-4F4BCB4068A6}" srcId="{5702EB59-FC4A-424F-9E9A-F9E05EC220FB}" destId="{7BD46054-DE61-46A0-A4A9-110AF055C4E1}" srcOrd="0" destOrd="0" parTransId="{571557EB-5BED-43B3-BF8E-D1227C3AB811}" sibTransId="{315DBACA-F855-4E07-A124-7346B569C293}"/>
    <dgm:cxn modelId="{4B77E15C-1045-402C-BCAB-AC18B5A1A5F2}" srcId="{78FDF9EF-5A72-4B81-9762-6CD8E203DAEE}" destId="{110DC9C8-C351-4FBE-9246-258F6DBA0F31}" srcOrd="0" destOrd="0" parTransId="{46EB6B8C-E0A1-49A9-9AC9-67CD19D32CF1}" sibTransId="{B762FF11-205C-4F55-A6EB-AEF47D46272B}"/>
    <dgm:cxn modelId="{E2C6F15E-66FB-45EE-B65C-3087B5E754B8}" type="presOf" srcId="{677692FB-5B83-43E4-A3F8-4DDAE11974CD}" destId="{F9CFDBD1-8039-4F9B-9FB6-8A99C0601032}" srcOrd="1" destOrd="0" presId="urn:microsoft.com/office/officeart/2005/8/layout/hierarchy2"/>
    <dgm:cxn modelId="{AF73E15F-7699-4AE6-BE65-14E36713E95E}" type="presOf" srcId="{6F2D4433-66FD-41A2-9396-DA1A3D22129B}" destId="{01C9D394-8384-4041-9E01-AC32303AEF53}" srcOrd="0" destOrd="0" presId="urn:microsoft.com/office/officeart/2005/8/layout/hierarchy2"/>
    <dgm:cxn modelId="{D9730941-752F-41E9-BF15-4BD5EC2A6940}" srcId="{73C9083D-09E6-434B-8444-47A4209C88EF}" destId="{D4FB161D-4BAE-4D32-B4A2-1AE8F2FBC496}" srcOrd="0" destOrd="0" parTransId="{0CA8EDC2-F55E-42DC-A925-C50D0EAF77E0}" sibTransId="{80645E7E-301C-4478-A0A3-50EC60629661}"/>
    <dgm:cxn modelId="{D4CE8C62-3200-41D9-ACC3-6094EF96CAA5}" type="presOf" srcId="{D60AB73C-982D-476B-88DC-2E77FB92A729}" destId="{DAB21C76-B1FD-4A7C-ABF5-105435E66F74}" srcOrd="1" destOrd="0" presId="urn:microsoft.com/office/officeart/2005/8/layout/hierarchy2"/>
    <dgm:cxn modelId="{65F98D62-E54A-409F-9B66-644914F52E4C}" type="presOf" srcId="{5C1AC4C5-EFCE-48EC-934F-7DB2078CF4B2}" destId="{4EC1CCF1-3F8D-48F6-801F-666F3C719526}" srcOrd="1" destOrd="0" presId="urn:microsoft.com/office/officeart/2005/8/layout/hierarchy2"/>
    <dgm:cxn modelId="{3AD31043-A31F-461B-B82C-E771D667EEED}" type="presOf" srcId="{D4F38C0B-A2AC-4314-9950-C3B7DC328904}" destId="{8B7452D5-AE88-4B65-A80E-89E5AF519FCD}" srcOrd="0" destOrd="0" presId="urn:microsoft.com/office/officeart/2005/8/layout/hierarchy2"/>
    <dgm:cxn modelId="{CE7D6743-3AB6-4F01-8DC7-5C7F807E758B}" type="presOf" srcId="{0B8C8BF2-CF71-49B4-8B91-3EC7431494DD}" destId="{44592C25-CCFA-4703-97E9-8E7DC920B17E}" srcOrd="0" destOrd="0" presId="urn:microsoft.com/office/officeart/2005/8/layout/hierarchy2"/>
    <dgm:cxn modelId="{635B3144-5908-4383-88A0-37446BFFE6BD}" type="presOf" srcId="{4053E991-C5BB-4685-BD67-03B0577A08C2}" destId="{2E39AB4D-C413-4F9F-B131-29049683F4AB}" srcOrd="0" destOrd="0" presId="urn:microsoft.com/office/officeart/2005/8/layout/hierarchy2"/>
    <dgm:cxn modelId="{A43B5A46-D82B-4A00-9107-7A6B1C27A6CF}" type="presOf" srcId="{0433D76F-F8BB-4251-8C8A-CF1CFA380D3C}" destId="{4F726072-013B-4521-A0B5-F6048E4A2967}" srcOrd="0" destOrd="0" presId="urn:microsoft.com/office/officeart/2005/8/layout/hierarchy2"/>
    <dgm:cxn modelId="{75D09966-9004-4A27-9D16-A1226573D784}" type="presOf" srcId="{6FEC0AF6-489A-4173-BE96-8CA325258F3E}" destId="{30967D37-F8D0-4D67-B192-F779407EBE59}" srcOrd="0" destOrd="0" presId="urn:microsoft.com/office/officeart/2005/8/layout/hierarchy2"/>
    <dgm:cxn modelId="{847B6267-C675-472F-B52F-CC1695A41175}" srcId="{8239BECC-0F87-4C67-A85A-717A738A69FD}" destId="{56F3024C-1A72-4B3E-B1F9-C6570BBE2191}" srcOrd="0" destOrd="0" parTransId="{DB10B14E-0773-4B5F-AE74-A7D728BF3E99}" sibTransId="{C879D6D0-D993-4AB8-BAC4-10F5F0A72477}"/>
    <dgm:cxn modelId="{72569647-869F-46E7-8FD5-2396BEA786E9}" type="presOf" srcId="{8A9D7216-D4EC-4EA2-B611-B6FB93C377E5}" destId="{B9356D8F-32D6-40D4-9BE6-E5F6903D6CC9}" srcOrd="0" destOrd="0" presId="urn:microsoft.com/office/officeart/2005/8/layout/hierarchy2"/>
    <dgm:cxn modelId="{7555AE47-2E04-4150-B9C6-4077BD4CEA0C}" type="presOf" srcId="{7D3F963D-C968-4697-B190-FB3C26B969D3}" destId="{8D3D5C7E-AEE6-4D97-B8CE-4A3D3181085E}" srcOrd="0" destOrd="0" presId="urn:microsoft.com/office/officeart/2005/8/layout/hierarchy2"/>
    <dgm:cxn modelId="{A9CBCF67-A6B4-4708-991D-82DF8002D70D}" type="presOf" srcId="{95BE5401-44FE-4E49-9594-F8A9D2F26B04}" destId="{E80A9E59-D8EA-4536-8D4A-05D43284E65E}" srcOrd="0" destOrd="0" presId="urn:microsoft.com/office/officeart/2005/8/layout/hierarchy2"/>
    <dgm:cxn modelId="{D5A72469-C9AE-47E4-BB6D-0A150404F333}" srcId="{760404C7-D040-4F8A-9194-E9E19F3AD67D}" destId="{CE8F272F-4226-4547-9D29-7F99F3EFF473}" srcOrd="0" destOrd="0" parTransId="{F1CC558E-4C64-492D-AE03-AF91A7A8B628}" sibTransId="{30D74034-7D4C-4BB1-A3D6-6BE00495C347}"/>
    <dgm:cxn modelId="{C9528169-7AA1-44B7-9F77-D1B163B630FB}" srcId="{7AB047F3-DCC5-434D-BC39-BBF0D5706321}" destId="{6FEC0AF6-489A-4173-BE96-8CA325258F3E}" srcOrd="0" destOrd="0" parTransId="{43A780D9-95CF-4BED-AAC1-A933DA82BE36}" sibTransId="{3555EF80-9342-4781-8181-278391542D56}"/>
    <dgm:cxn modelId="{2F532B6A-57DE-48DB-BBF9-C93B6BE51D0F}" type="presOf" srcId="{6EE3DCAB-19C9-4759-9440-E5C16BA1707D}" destId="{FA6B2FAD-4BAA-4003-9259-A6686765183D}" srcOrd="0" destOrd="0" presId="urn:microsoft.com/office/officeart/2005/8/layout/hierarchy2"/>
    <dgm:cxn modelId="{5849424A-1AEB-4F8D-AD0F-EFFE82D6E7EF}" type="presOf" srcId="{571557EB-5BED-43B3-BF8E-D1227C3AB811}" destId="{B33DE1A6-01C8-4C69-8B7C-1F2BDBFBBB2D}" srcOrd="1" destOrd="0" presId="urn:microsoft.com/office/officeart/2005/8/layout/hierarchy2"/>
    <dgm:cxn modelId="{9FB9806A-A14C-4A92-BDE1-2C4CAB366BC5}" type="presOf" srcId="{A4A1FAD3-CC0C-44F3-9245-3B8FF5AEB355}" destId="{ABC8E1C2-AC15-4B5C-9771-CD756D4C09AF}" srcOrd="1" destOrd="0" presId="urn:microsoft.com/office/officeart/2005/8/layout/hierarchy2"/>
    <dgm:cxn modelId="{DA9CC46B-7A5E-4B89-A933-C7B295249406}" srcId="{32CE10AC-6E5A-4533-9A42-DA332C6AD61B}" destId="{B37CAF71-19AE-4464-8E6F-8B3728A76F47}" srcOrd="0" destOrd="0" parTransId="{C57E3AF5-BC38-400C-B71B-9E36CF5F7A05}" sibTransId="{1F28AE3C-81C9-4A71-80AA-11B764D135AE}"/>
    <dgm:cxn modelId="{D9CEFC4B-AFCB-4C89-9D1A-7F5D7DDD3F0C}" srcId="{56F3024C-1A72-4B3E-B1F9-C6570BBE2191}" destId="{BC5698BC-89F2-4C95-96DE-89D00FA8B985}" srcOrd="0" destOrd="0" parTransId="{DA2B72E2-D850-48E0-98D4-3532C665768A}" sibTransId="{10D364E7-912E-4F7B-B2E1-83C5B4DDFFF9}"/>
    <dgm:cxn modelId="{9B68CF4C-829F-4FCA-8B23-61C5EC930344}" type="presOf" srcId="{A12F71D1-3934-4614-86B9-08DC7640419C}" destId="{DC5B42F3-4F67-49D0-9D49-55A9008F0B50}" srcOrd="0" destOrd="0" presId="urn:microsoft.com/office/officeart/2005/8/layout/hierarchy2"/>
    <dgm:cxn modelId="{AF5C0F6E-53D9-434C-86EC-59F9C7453D60}" type="presOf" srcId="{E88F5258-DF83-4011-8B0B-227BCC846A49}" destId="{0582C905-AAA7-42A0-98B3-A4D18D68BADC}" srcOrd="1" destOrd="0" presId="urn:microsoft.com/office/officeart/2005/8/layout/hierarchy2"/>
    <dgm:cxn modelId="{FB473D4E-EE4F-41CC-90EE-34C586DD77E1}" type="presOf" srcId="{B824B25B-7B12-4AC8-B80B-D22A78AD65C8}" destId="{267B0E97-4E29-48D7-8B60-9A292D21FEBB}" srcOrd="0" destOrd="0" presId="urn:microsoft.com/office/officeart/2005/8/layout/hierarchy2"/>
    <dgm:cxn modelId="{A5848D4F-AE9D-4689-BE99-AADD1645B336}" srcId="{A39143F1-9FB0-4AD3-935B-1846BDE24411}" destId="{5702EB59-FC4A-424F-9E9A-F9E05EC220FB}" srcOrd="0" destOrd="0" parTransId="{A4A1FAD3-CC0C-44F3-9245-3B8FF5AEB355}" sibTransId="{BE7E1B2A-FB0D-4E4B-A35D-AFDCF1310C59}"/>
    <dgm:cxn modelId="{68DC7B70-953A-4094-B4D0-6F3FCB92656C}" type="presOf" srcId="{B2F13DBF-275A-48E9-9572-4C53BF995AA3}" destId="{9A146FDE-E343-4256-A749-3EBC7484B030}" srcOrd="0" destOrd="0" presId="urn:microsoft.com/office/officeart/2005/8/layout/hierarchy2"/>
    <dgm:cxn modelId="{CEA9F870-2915-47B5-9BEC-C1392EF614E1}" type="presOf" srcId="{416524BF-2AF2-4134-927F-1C3D2ADC9F5C}" destId="{B2E772F6-30C5-4BEA-8AFD-32D0F58EB0FF}" srcOrd="0" destOrd="0" presId="urn:microsoft.com/office/officeart/2005/8/layout/hierarchy2"/>
    <dgm:cxn modelId="{B9BD2C71-E593-4C1C-87E3-957EC68447C7}" type="presOf" srcId="{0D15283F-2FAA-448E-800F-09A2B81ACC50}" destId="{EDB264AA-BF5B-4B4B-BE6E-9FE84AAB063F}" srcOrd="1" destOrd="0" presId="urn:microsoft.com/office/officeart/2005/8/layout/hierarchy2"/>
    <dgm:cxn modelId="{F2E43B51-14EA-4819-9A32-44A2681D754B}" srcId="{D72A13E7-2750-4710-86B6-DAB9ECE07454}" destId="{78FDF9EF-5A72-4B81-9762-6CD8E203DAEE}" srcOrd="1" destOrd="0" parTransId="{209D3331-84BD-4DA8-B25B-2A6CDAF21C6D}" sibTransId="{68E1D1B5-9C66-4C05-9CFE-4BAFA167F05C}"/>
    <dgm:cxn modelId="{4FE80B72-0A6D-4DC9-9E07-BA312829F0DD}" type="presOf" srcId="{C74D2598-98E0-4613-9B77-12738A98AF40}" destId="{75EE3BE2-56DC-4DA7-B474-7B1C6564CC80}" srcOrd="0" destOrd="0" presId="urn:microsoft.com/office/officeart/2005/8/layout/hierarchy2"/>
    <dgm:cxn modelId="{4CA95D72-1122-4EEC-AFDF-FA914CF936A4}" srcId="{110DC9C8-C351-4FBE-9246-258F6DBA0F31}" destId="{B824B25B-7B12-4AC8-B80B-D22A78AD65C8}" srcOrd="0" destOrd="0" parTransId="{E10F0EFE-0D89-4D47-8255-9A8B9FD6F1CB}" sibTransId="{0A2B3D50-8878-4C79-93A7-A491A8B4A45A}"/>
    <dgm:cxn modelId="{41785F72-D795-48A8-8317-B536095EE744}" type="presOf" srcId="{7D3F963D-C968-4697-B190-FB3C26B969D3}" destId="{2A6BE004-D64F-444F-8DF1-34578F47CF69}" srcOrd="1" destOrd="0" presId="urn:microsoft.com/office/officeart/2005/8/layout/hierarchy2"/>
    <dgm:cxn modelId="{B40A9A52-6F9F-4B26-8A25-541E381E8F72}" type="presOf" srcId="{4EBFD86C-E5C8-43A7-89C6-BE6AD8CC5113}" destId="{68E5DE6B-5081-4C35-A37F-9E54B00B28A6}" srcOrd="0" destOrd="0" presId="urn:microsoft.com/office/officeart/2005/8/layout/hierarchy2"/>
    <dgm:cxn modelId="{5D04B472-E703-4E7B-92DB-E78A507E2014}" srcId="{8A9D7216-D4EC-4EA2-B611-B6FB93C377E5}" destId="{94F1C239-CC46-4148-962E-5CB9475E1351}" srcOrd="0" destOrd="0" parTransId="{5C1AC4C5-EFCE-48EC-934F-7DB2078CF4B2}" sibTransId="{27BDA730-AE1D-4391-A29B-730831FFDA91}"/>
    <dgm:cxn modelId="{5F246E73-A7CD-4955-81C1-7CF0C335FD2A}" type="presOf" srcId="{B2F13DBF-275A-48E9-9572-4C53BF995AA3}" destId="{045879F9-25F9-474A-BCED-5A428A17FD1B}" srcOrd="1" destOrd="0" presId="urn:microsoft.com/office/officeart/2005/8/layout/hierarchy2"/>
    <dgm:cxn modelId="{33018474-67CF-40B3-870E-BB83108F697C}" type="presOf" srcId="{43A780D9-95CF-4BED-AAC1-A933DA82BE36}" destId="{04D22E9A-3D0E-4310-9C97-4B7F6B70E88D}" srcOrd="0" destOrd="0" presId="urn:microsoft.com/office/officeart/2005/8/layout/hierarchy2"/>
    <dgm:cxn modelId="{8C301D55-FD32-4BE5-AFE8-C4E840D3AC86}" type="presOf" srcId="{E10F0EFE-0D89-4D47-8255-9A8B9FD6F1CB}" destId="{3D6602D3-FBF3-40CF-8B8A-CE16DAF11DC8}" srcOrd="0" destOrd="0" presId="urn:microsoft.com/office/officeart/2005/8/layout/hierarchy2"/>
    <dgm:cxn modelId="{00F7DB75-E6E2-474A-BA26-71A4ECA23B9E}" type="presOf" srcId="{D1341265-E580-467B-8A65-F13346839A6C}" destId="{E310C904-B295-4905-8448-FCC192E7F863}" srcOrd="0" destOrd="0" presId="urn:microsoft.com/office/officeart/2005/8/layout/hierarchy2"/>
    <dgm:cxn modelId="{20C41D56-0CDD-4AA1-B56D-754D32FCFF3F}" type="presOf" srcId="{8239BECC-0F87-4C67-A85A-717A738A69FD}" destId="{9575B717-D2FD-48E0-882D-EED3958A5FDF}" srcOrd="0" destOrd="0" presId="urn:microsoft.com/office/officeart/2005/8/layout/hierarchy2"/>
    <dgm:cxn modelId="{F8202576-9CAB-411C-A944-886EB94672C3}" type="presOf" srcId="{D1341265-E580-467B-8A65-F13346839A6C}" destId="{11262057-F994-467B-910E-0DAF1040E0A7}" srcOrd="1" destOrd="0" presId="urn:microsoft.com/office/officeart/2005/8/layout/hierarchy2"/>
    <dgm:cxn modelId="{AC406757-DEAE-428F-83D7-0B4B8EC9D7BF}" srcId="{A39143F1-9FB0-4AD3-935B-1846BDE24411}" destId="{73C9083D-09E6-434B-8444-47A4209C88EF}" srcOrd="3" destOrd="0" parTransId="{677692FB-5B83-43E4-A3F8-4DDAE11974CD}" sibTransId="{90CCB1A0-C438-48D5-8DB9-693539194854}"/>
    <dgm:cxn modelId="{80F66058-8ED8-470D-940C-610C1BDD712B}" type="presOf" srcId="{2A41487B-3B9A-4D32-80CD-EC5E2FAFCE8B}" destId="{87253E76-124F-4426-A088-41481F1BB359}" srcOrd="0" destOrd="0" presId="urn:microsoft.com/office/officeart/2005/8/layout/hierarchy2"/>
    <dgm:cxn modelId="{04B58B78-EB4B-45FC-9A53-BE4D4C7B8BF5}" type="presOf" srcId="{386A776F-7ACB-408A-83E0-D4EABD5B9578}" destId="{B8DB13BA-D2F0-469E-96C7-D8966C8445C8}" srcOrd="1" destOrd="0" presId="urn:microsoft.com/office/officeart/2005/8/layout/hierarchy2"/>
    <dgm:cxn modelId="{E89B0759-5857-4BED-94C4-F8A3521AFFFA}" type="presOf" srcId="{1B6B9D10-098B-4D86-A4CE-824C27B76CF3}" destId="{11507B69-30AC-48A1-B7AE-09EF31D4F9B3}" srcOrd="1" destOrd="0" presId="urn:microsoft.com/office/officeart/2005/8/layout/hierarchy2"/>
    <dgm:cxn modelId="{9C77F959-D076-4463-87B5-40FB2EFF939B}" srcId="{D72A13E7-2750-4710-86B6-DAB9ECE07454}" destId="{A39143F1-9FB0-4AD3-935B-1846BDE24411}" srcOrd="2" destOrd="0" parTransId="{CAC84F7A-3E11-4F02-BCC1-0933434F60CD}" sibTransId="{AB6CA0F4-0397-4E77-A58B-22414427DC19}"/>
    <dgm:cxn modelId="{3D0F135A-0892-4175-ADE2-1FA42E3BBAF2}" type="presOf" srcId="{66DD149E-65E2-46D7-92F9-447E3FAE9119}" destId="{B1EBE91E-AC36-4954-8B57-F13DFADDD958}" srcOrd="0" destOrd="0" presId="urn:microsoft.com/office/officeart/2005/8/layout/hierarchy2"/>
    <dgm:cxn modelId="{2D70D27A-645E-4D0A-9FA7-61DFF27F2CDD}" srcId="{66DD149E-65E2-46D7-92F9-447E3FAE9119}" destId="{DC69C5DD-52E6-4790-BA86-2ED3FA2BB4F7}" srcOrd="0" destOrd="0" parTransId="{B7D2EFA2-1ECF-470D-BDE5-B06BB42EACFD}" sibTransId="{0809645A-0FC9-4776-A7D9-1749FBBD5C3F}"/>
    <dgm:cxn modelId="{8D9FD07E-729A-4D6E-871F-F4DCD18A5B2C}" type="presOf" srcId="{BC5698BC-89F2-4C95-96DE-89D00FA8B985}" destId="{64BA0741-005B-485F-972C-C19C40E6E8B2}" srcOrd="0" destOrd="0" presId="urn:microsoft.com/office/officeart/2005/8/layout/hierarchy2"/>
    <dgm:cxn modelId="{38170583-6BCC-41F5-83A9-86ECC0D7E0F9}" type="presOf" srcId="{B7D2EFA2-1ECF-470D-BDE5-B06BB42EACFD}" destId="{5986A7F4-A824-49E5-A61F-D95031DC6F9C}" srcOrd="0" destOrd="0" presId="urn:microsoft.com/office/officeart/2005/8/layout/hierarchy2"/>
    <dgm:cxn modelId="{ECE22184-D745-4BB5-92D1-C7ED4E9445B1}" type="presOf" srcId="{D9E74DA9-0856-4115-8552-A8F355E84C10}" destId="{4E1198CB-6576-4286-97D6-F422C5B13E79}" srcOrd="0" destOrd="0" presId="urn:microsoft.com/office/officeart/2005/8/layout/hierarchy2"/>
    <dgm:cxn modelId="{0D58D585-2CF4-4432-820E-34C5FBDB2214}" type="presOf" srcId="{110DC9C8-C351-4FBE-9246-258F6DBA0F31}" destId="{0A2DEED4-5FFE-49EE-8BD8-BADE0E6A0493}" srcOrd="0" destOrd="0" presId="urn:microsoft.com/office/officeart/2005/8/layout/hierarchy2"/>
    <dgm:cxn modelId="{4A426B86-5C96-4B12-91CD-A8D7CC1F7B53}" type="presOf" srcId="{C74D2598-98E0-4613-9B77-12738A98AF40}" destId="{E672F994-91AA-47B5-84F8-01DFC932A2A1}" srcOrd="1" destOrd="0" presId="urn:microsoft.com/office/officeart/2005/8/layout/hierarchy2"/>
    <dgm:cxn modelId="{402F9986-41DB-4F46-B3D1-4163D640327D}" type="presOf" srcId="{9FCA17F6-83C4-4D47-98A2-FD7EFF7837F6}" destId="{478F67D9-482D-41EB-A6DB-A5E660ADC0E1}" srcOrd="0" destOrd="0" presId="urn:microsoft.com/office/officeart/2005/8/layout/hierarchy2"/>
    <dgm:cxn modelId="{C9599389-58EE-4779-8993-DF98D8946E86}" srcId="{3051AADD-D93D-4582-8A3C-EFA87DDF920B}" destId="{1C894136-EA84-46F0-8A95-7B212CB8F358}" srcOrd="0" destOrd="0" parTransId="{6EE3DCAB-19C9-4759-9440-E5C16BA1707D}" sibTransId="{34C023D2-C5F4-49D9-A026-BCC5DCAD5BBB}"/>
    <dgm:cxn modelId="{94F1C889-7F61-4955-A7EB-E3F80CD7F301}" srcId="{949432D3-4DBF-48E1-B39A-D475EA7BB11C}" destId="{760404C7-D040-4F8A-9194-E9E19F3AD67D}" srcOrd="0" destOrd="0" parTransId="{E88F5258-DF83-4011-8B0B-227BCC846A49}" sibTransId="{FA431D17-8231-4657-8080-284D13EC4FD2}"/>
    <dgm:cxn modelId="{D98A6F8A-C8CC-43B6-9C64-9D8FD91DD519}" type="presOf" srcId="{32181C2F-7A1F-4F73-A725-61F186966EDC}" destId="{4F1246CF-9BD2-4737-A008-599022D46797}" srcOrd="1" destOrd="0" presId="urn:microsoft.com/office/officeart/2005/8/layout/hierarchy2"/>
    <dgm:cxn modelId="{E4CA3E8B-FF99-4EE1-B441-FE77C40AF6D4}" type="presOf" srcId="{D72A13E7-2750-4710-86B6-DAB9ECE07454}" destId="{2C91BC23-EDAF-4B01-99F3-1BB86A28AC36}" srcOrd="0" destOrd="0" presId="urn:microsoft.com/office/officeart/2005/8/layout/hierarchy2"/>
    <dgm:cxn modelId="{D5754A8B-9BC0-44D8-BC49-2D9180CDBC3C}" srcId="{A39143F1-9FB0-4AD3-935B-1846BDE24411}" destId="{0B61BF4F-96FC-4D06-92EE-E283B757012D}" srcOrd="2" destOrd="0" parTransId="{1B6B9D10-098B-4D86-A4CE-824C27B76CF3}" sibTransId="{AFC3720F-8088-4D2F-8F33-7EB8F4823404}"/>
    <dgm:cxn modelId="{1BEDBF8B-5D29-45E2-AA42-6B053437C535}" type="presOf" srcId="{73C9083D-09E6-434B-8444-47A4209C88EF}" destId="{901190A5-B5D3-4E6B-A690-DF8D5382FB87}" srcOrd="0" destOrd="0" presId="urn:microsoft.com/office/officeart/2005/8/layout/hierarchy2"/>
    <dgm:cxn modelId="{1646728D-C86D-4E62-9F79-9A9BF0508A96}" type="presOf" srcId="{DA7E792F-9C58-42FB-8251-B3DA3FA5FD19}" destId="{7CBB7AAD-5A9D-4BAB-AF85-F7779D4FE441}" srcOrd="0" destOrd="0" presId="urn:microsoft.com/office/officeart/2005/8/layout/hierarchy2"/>
    <dgm:cxn modelId="{FA7D7390-EAD5-47B3-9FE8-84C635539DD2}" type="presOf" srcId="{F1CC558E-4C64-492D-AE03-AF91A7A8B628}" destId="{07DD6CF5-E913-4A34-93FB-F081511D5A0D}" srcOrd="1" destOrd="0" presId="urn:microsoft.com/office/officeart/2005/8/layout/hierarchy2"/>
    <dgm:cxn modelId="{FDCEC690-5AA5-4ECC-A406-FDFB67B779CE}" type="presOf" srcId="{3051AADD-D93D-4582-8A3C-EFA87DDF920B}" destId="{D54E0105-6B6E-4476-B0AD-740827AFB43D}" srcOrd="0" destOrd="0" presId="urn:microsoft.com/office/officeart/2005/8/layout/hierarchy2"/>
    <dgm:cxn modelId="{766E3591-B2C8-446F-951B-A521CE576B25}" type="presOf" srcId="{571557EB-5BED-43B3-BF8E-D1227C3AB811}" destId="{39832F87-AA4C-46C2-854D-088BF231B7C4}" srcOrd="0" destOrd="0" presId="urn:microsoft.com/office/officeart/2005/8/layout/hierarchy2"/>
    <dgm:cxn modelId="{F2FB4C92-ED2E-4EB6-9D9E-25D7D02A2BE6}" type="presOf" srcId="{B37CAF71-19AE-4464-8E6F-8B3728A76F47}" destId="{5F48C2A9-1743-4C13-A5FE-B75547D04C87}" srcOrd="0" destOrd="0" presId="urn:microsoft.com/office/officeart/2005/8/layout/hierarchy2"/>
    <dgm:cxn modelId="{14239092-A9BB-48DE-98A6-FEBFD021787E}" type="presOf" srcId="{4F89BC67-EB49-4BE6-A70A-CCEA5461FC9D}" destId="{8F95E185-8E83-4B67-987F-5CF8CE643303}" srcOrd="0" destOrd="0" presId="urn:microsoft.com/office/officeart/2005/8/layout/hierarchy2"/>
    <dgm:cxn modelId="{5351B594-4E8E-4EB0-A57D-8AB397060728}" type="presOf" srcId="{B15224BA-BF20-4448-A7A6-E6F91D14C254}" destId="{5D174761-B9F5-4373-94A3-4173BA5088FF}" srcOrd="0" destOrd="0" presId="urn:microsoft.com/office/officeart/2005/8/layout/hierarchy2"/>
    <dgm:cxn modelId="{54CE2E9A-FF62-4AAD-B116-D2592CBF4B7A}" srcId="{D72A13E7-2750-4710-86B6-DAB9ECE07454}" destId="{DC6B323C-AEC1-4730-A4AD-5D5CB362007F}" srcOrd="0" destOrd="0" parTransId="{2C0CA15A-3198-4865-84FB-8844A8F268A1}" sibTransId="{4B80D0B7-11B2-4A5F-AC25-52267CC4BD98}"/>
    <dgm:cxn modelId="{4C8BB09A-1B0C-4095-8345-D4BEE433DA87}" type="presOf" srcId="{DA7E792F-9C58-42FB-8251-B3DA3FA5FD19}" destId="{83FFD8F9-30FA-4319-BE48-C57E1063CF1C}" srcOrd="1" destOrd="0" presId="urn:microsoft.com/office/officeart/2005/8/layout/hierarchy2"/>
    <dgm:cxn modelId="{513AF99C-91FB-448E-BE19-E8148412234A}" type="presOf" srcId="{6F2D4433-66FD-41A2-9396-DA1A3D22129B}" destId="{10E81A9F-DE7E-4FB8-8111-510104B73C69}" srcOrd="1" destOrd="0" presId="urn:microsoft.com/office/officeart/2005/8/layout/hierarchy2"/>
    <dgm:cxn modelId="{4266469E-C905-4285-96B2-5A4170934380}" type="presOf" srcId="{E034918E-D34B-40EB-99DE-FFC9BC65894A}" destId="{F48F5BD6-DB6E-471E-B260-C8EE492DAF2C}" srcOrd="1" destOrd="0" presId="urn:microsoft.com/office/officeart/2005/8/layout/hierarchy2"/>
    <dgm:cxn modelId="{41AC54A2-48A6-4467-8A63-421DE72E782C}" type="presOf" srcId="{955EEFF1-766E-4507-81DC-7D5008B64D2D}" destId="{90717B44-C385-4C77-9B0C-E490A268078B}" srcOrd="0" destOrd="0" presId="urn:microsoft.com/office/officeart/2005/8/layout/hierarchy2"/>
    <dgm:cxn modelId="{3AACD4A2-DA52-42E5-8195-75D925B7B0AC}" type="presOf" srcId="{C57E3AF5-BC38-400C-B71B-9E36CF5F7A05}" destId="{E036A344-6FD3-40FA-A0FB-C0E91BAB4F13}" srcOrd="1" destOrd="0" presId="urn:microsoft.com/office/officeart/2005/8/layout/hierarchy2"/>
    <dgm:cxn modelId="{CAD484A3-41DC-4CF1-9F79-3117ECCD568C}" type="presOf" srcId="{CA2F2CA9-6979-4B06-A665-B1681AB2CDD3}" destId="{BE7FF2C4-34E2-4F53-97AB-77DFA37B82BC}" srcOrd="0" destOrd="0" presId="urn:microsoft.com/office/officeart/2005/8/layout/hierarchy2"/>
    <dgm:cxn modelId="{E32087A3-AB39-4773-B59E-13E875F0D134}" type="presOf" srcId="{CE8F272F-4226-4547-9D29-7F99F3EFF473}" destId="{0D3645E1-4F99-42E8-94B3-533A26E4B789}" srcOrd="0" destOrd="0" presId="urn:microsoft.com/office/officeart/2005/8/layout/hierarchy2"/>
    <dgm:cxn modelId="{B95309A4-7354-4371-90BC-2F518BC0724B}" srcId="{7BD46054-DE61-46A0-A4A9-110AF055C4E1}" destId="{B15224BA-BF20-4448-A7A6-E6F91D14C254}" srcOrd="0" destOrd="0" parTransId="{4053E991-C5BB-4685-BD67-03B0577A08C2}" sibTransId="{35838237-769D-4328-BE24-4E4ABFF41621}"/>
    <dgm:cxn modelId="{50F8B1A5-EB20-4AAD-8594-2A0B71942B43}" type="presOf" srcId="{3BC4FF00-1237-4A81-BE3C-400F5AB8B068}" destId="{09E684D6-24E4-40D0-AC35-D1583D184316}" srcOrd="0" destOrd="0" presId="urn:microsoft.com/office/officeart/2005/8/layout/hierarchy2"/>
    <dgm:cxn modelId="{A3B3F9A5-28A1-49AD-ABF0-7989A25F78F1}" type="presOf" srcId="{CA44CD1F-5C2A-4F49-9CE6-45E079FE4DFA}" destId="{89BCB7F0-AD41-4D33-82C5-2B59AD38FB76}" srcOrd="1" destOrd="0" presId="urn:microsoft.com/office/officeart/2005/8/layout/hierarchy2"/>
    <dgm:cxn modelId="{863361A6-8A34-4032-8AA0-64C7229E4D3C}" srcId="{B824B25B-7B12-4AC8-B80B-D22A78AD65C8}" destId="{7AB047F3-DCC5-434D-BC39-BBF0D5706321}" srcOrd="0" destOrd="0" parTransId="{0433D76F-F8BB-4251-8C8A-CF1CFA380D3C}" sibTransId="{C95A5737-2DCC-43CF-B716-BD79B94AC9BA}"/>
    <dgm:cxn modelId="{C06883AA-8209-4B50-9653-DD78BD36BEBA}" type="presOf" srcId="{5702EB59-FC4A-424F-9E9A-F9E05EC220FB}" destId="{EF29C579-7F23-47E1-9663-C3728A9941F8}" srcOrd="0" destOrd="0" presId="urn:microsoft.com/office/officeart/2005/8/layout/hierarchy2"/>
    <dgm:cxn modelId="{6AB885AA-CA65-495E-A7E1-FC017B19D2C5}" type="presOf" srcId="{CA44CD1F-5C2A-4F49-9CE6-45E079FE4DFA}" destId="{EA33658C-D569-4A89-94CB-D954BB50E77D}" srcOrd="0" destOrd="0" presId="urn:microsoft.com/office/officeart/2005/8/layout/hierarchy2"/>
    <dgm:cxn modelId="{E58499AA-BF11-4C71-9359-A716290151C2}" srcId="{3DD2FF94-FCE2-40B0-9274-6E1B6A66D26E}" destId="{9FBFD05B-7184-410A-975D-329B7990440F}" srcOrd="0" destOrd="0" parTransId="{C74D2598-98E0-4613-9B77-12738A98AF40}" sibTransId="{45EA1163-AB90-4F69-B3CC-A6634D1BF2B2}"/>
    <dgm:cxn modelId="{717E7DAB-B99F-48E2-8827-6FEACEB7EC93}" type="presOf" srcId="{DB10B14E-0773-4B5F-AE74-A7D728BF3E99}" destId="{5CBEEEE8-FE30-46FE-82BC-125A951A46EA}" srcOrd="0" destOrd="0" presId="urn:microsoft.com/office/officeart/2005/8/layout/hierarchy2"/>
    <dgm:cxn modelId="{DC47ADAE-B4E0-46D0-AF68-4E34FD540202}" type="presOf" srcId="{1B6B9D10-098B-4D86-A4CE-824C27B76CF3}" destId="{E9BAE295-DEBC-455B-A16F-FEF2FC421F89}" srcOrd="0" destOrd="0" presId="urn:microsoft.com/office/officeart/2005/8/layout/hierarchy2"/>
    <dgm:cxn modelId="{550080B0-0844-467A-AD60-4D3543C424DF}" type="presOf" srcId="{64A9FFD0-F478-4967-959C-18CF16974D84}" destId="{4B86F1D6-F376-4126-B541-08EA381270EC}" srcOrd="0" destOrd="0" presId="urn:microsoft.com/office/officeart/2005/8/layout/hierarchy2"/>
    <dgm:cxn modelId="{CF0001B1-1DF8-486F-948A-3BF043F3667A}" type="presOf" srcId="{D4FB161D-4BAE-4D32-B4A2-1AE8F2FBC496}" destId="{795A990A-0358-40F0-9A22-EBB094EC8568}" srcOrd="0" destOrd="0" presId="urn:microsoft.com/office/officeart/2005/8/layout/hierarchy2"/>
    <dgm:cxn modelId="{F825C3B1-94AF-47B5-A1E8-C8250CBD3F3C}" type="presOf" srcId="{4053E991-C5BB-4685-BD67-03B0577A08C2}" destId="{30167790-D8CF-4A6E-AEB9-74A94BCFBA63}" srcOrd="1" destOrd="0" presId="urn:microsoft.com/office/officeart/2005/8/layout/hierarchy2"/>
    <dgm:cxn modelId="{6292B6B2-76C9-4C33-9302-AC1D9064B56A}" type="presOf" srcId="{97EAE322-E547-4416-86A0-3A5F9B4D3973}" destId="{F34E412C-B428-4185-BA8C-6D0F02C8E2E8}" srcOrd="0" destOrd="0" presId="urn:microsoft.com/office/officeart/2005/8/layout/hierarchy2"/>
    <dgm:cxn modelId="{5B97EEB2-269C-4FDF-AAA3-4D86BA3E625C}" srcId="{A6E13496-07EE-4D09-98A1-519905CBF266}" destId="{CDC13BAC-293B-49A6-8B20-DC0BDF17500A}" srcOrd="0" destOrd="0" parTransId="{4F89BC67-EB49-4BE6-A70A-CCEA5461FC9D}" sibTransId="{937FB1CA-631D-45A5-A22A-82AAC60DE06C}"/>
    <dgm:cxn modelId="{F332C3B3-FA33-4A33-A851-E98E07582FCE}" srcId="{9FCA17F6-83C4-4D47-98A2-FD7EFF7837F6}" destId="{955EEFF1-766E-4507-81DC-7D5008B64D2D}" srcOrd="0" destOrd="0" parTransId="{DA7E792F-9C58-42FB-8251-B3DA3FA5FD19}" sibTransId="{549F7B0E-2B8B-4C58-A9AC-D7D04F2EE4B5}"/>
    <dgm:cxn modelId="{1D8654B5-5667-4F00-AC02-B256D49FFF4F}" type="presOf" srcId="{5056D966-B8B4-4466-B5FB-1765668E579D}" destId="{31335A80-483C-453F-8006-0D6B709853A5}" srcOrd="0" destOrd="0" presId="urn:microsoft.com/office/officeart/2005/8/layout/hierarchy2"/>
    <dgm:cxn modelId="{3E8849BA-A0ED-487B-BBEF-81D7D46091A4}" type="presOf" srcId="{43A780D9-95CF-4BED-AAC1-A933DA82BE36}" destId="{B4D1592C-B89C-4862-8D1E-E0D26E1B65A4}" srcOrd="1" destOrd="0" presId="urn:microsoft.com/office/officeart/2005/8/layout/hierarchy2"/>
    <dgm:cxn modelId="{698C5ABA-2677-4A44-A477-B5C113070179}" type="presOf" srcId="{760404C7-D040-4F8A-9194-E9E19F3AD67D}" destId="{3BA7550D-87C1-4F2B-9F1A-93E556D58185}" srcOrd="0" destOrd="0" presId="urn:microsoft.com/office/officeart/2005/8/layout/hierarchy2"/>
    <dgm:cxn modelId="{D2EDF3BC-B381-4018-AAF3-72CA227992E7}" srcId="{5F1B1E4B-3DC6-443E-9B82-E3CB574306D6}" destId="{3051AADD-D93D-4582-8A3C-EFA87DDF920B}" srcOrd="0" destOrd="0" parTransId="{95FAA57C-18D5-4445-A797-EA5383A0A614}" sibTransId="{0C581486-C6B7-4E44-A45B-4183E64D310B}"/>
    <dgm:cxn modelId="{466130BD-21C6-4568-94BA-5BB0CDF1CD6A}" type="presOf" srcId="{E88F5258-DF83-4011-8B0B-227BCC846A49}" destId="{66245B8C-FC8E-470D-83CE-4D927C9D3942}" srcOrd="0" destOrd="0" presId="urn:microsoft.com/office/officeart/2005/8/layout/hierarchy2"/>
    <dgm:cxn modelId="{2513F5C0-6A24-4D0D-AC51-C8222A05F27F}" type="presOf" srcId="{3DD2FF94-FCE2-40B0-9274-6E1B6A66D26E}" destId="{193E1507-74E0-4005-AFAC-AA2CFA88B004}" srcOrd="0" destOrd="0" presId="urn:microsoft.com/office/officeart/2005/8/layout/hierarchy2"/>
    <dgm:cxn modelId="{222A02C2-4215-4AFC-A4B1-306198E26290}" srcId="{48161009-C7BD-4824-A692-8577220BEDF7}" destId="{CA2F2CA9-6979-4B06-A665-B1681AB2CDD3}" srcOrd="0" destOrd="0" parTransId="{B2F13DBF-275A-48E9-9572-4C53BF995AA3}" sibTransId="{D3857569-9B67-459F-A07C-F2F9272607D5}"/>
    <dgm:cxn modelId="{9EF247C2-28CB-4E38-A05D-20300FA73C02}" type="presOf" srcId="{7AB047F3-DCC5-434D-BC39-BBF0D5706321}" destId="{F5B5FF74-5D6D-4B1F-9B66-695AEFF45EE1}" srcOrd="0" destOrd="0" presId="urn:microsoft.com/office/officeart/2005/8/layout/hierarchy2"/>
    <dgm:cxn modelId="{B463FAC2-53AE-4DE4-9352-25E792C31943}" type="presOf" srcId="{5056D966-B8B4-4466-B5FB-1765668E579D}" destId="{25E1F4E6-64B0-475F-9D55-5AF84294FB15}" srcOrd="1" destOrd="0" presId="urn:microsoft.com/office/officeart/2005/8/layout/hierarchy2"/>
    <dgm:cxn modelId="{64EC67C4-8D4A-4B11-BE06-DC680855A2F2}" type="presOf" srcId="{6BF93A28-D3F3-4D98-961B-B7A3153447F6}" destId="{D6870B5B-89F2-4409-8F5F-8DCE17048A5C}" srcOrd="1" destOrd="0" presId="urn:microsoft.com/office/officeart/2005/8/layout/hierarchy2"/>
    <dgm:cxn modelId="{223151C9-F042-452F-824E-668AF0A65A44}" type="presOf" srcId="{0CA8EDC2-F55E-42DC-A925-C50D0EAF77E0}" destId="{9E83B7BE-7036-437C-B1C8-D022CDFF2ADC}" srcOrd="0" destOrd="0" presId="urn:microsoft.com/office/officeart/2005/8/layout/hierarchy2"/>
    <dgm:cxn modelId="{D5B6B1CB-419B-482A-BFEF-64E4ABF347EE}" type="presOf" srcId="{5F1B1E4B-3DC6-443E-9B82-E3CB574306D6}" destId="{0A259A28-5390-4595-A775-C2E2A400DAB4}" srcOrd="0" destOrd="0" presId="urn:microsoft.com/office/officeart/2005/8/layout/hierarchy2"/>
    <dgm:cxn modelId="{252E1FCD-2428-4A1B-B291-39D25CD0539C}" srcId="{6FEC0AF6-489A-4173-BE96-8CA325258F3E}" destId="{0B8C8BF2-CF71-49B4-8B91-3EC7431494DD}" srcOrd="0" destOrd="0" parTransId="{5056D966-B8B4-4466-B5FB-1765668E579D}" sibTransId="{56E1EFAB-B144-460F-8978-E3B9C2C08175}"/>
    <dgm:cxn modelId="{664114CF-ED88-4B2A-8BEE-104A61C3DF07}" srcId="{A39143F1-9FB0-4AD3-935B-1846BDE24411}" destId="{97EAE322-E547-4416-86A0-3A5F9B4D3973}" srcOrd="1" destOrd="0" parTransId="{32181C2F-7A1F-4F73-A725-61F186966EDC}" sibTransId="{2DD8FCD7-F189-4E05-8391-978A0229594C}"/>
    <dgm:cxn modelId="{FC7A5BCF-7C92-477D-B1B1-D7B34E5A5C8B}" type="presOf" srcId="{949432D3-4DBF-48E1-B39A-D475EA7BB11C}" destId="{CA2B0ADE-54B1-4DBF-97A2-EA9031210210}" srcOrd="0" destOrd="0" presId="urn:microsoft.com/office/officeart/2005/8/layout/hierarchy2"/>
    <dgm:cxn modelId="{5A2676CF-DA90-4622-9D8A-2EA18E42CD37}" srcId="{A39143F1-9FB0-4AD3-935B-1846BDE24411}" destId="{A6E13496-07EE-4D09-98A1-519905CBF266}" srcOrd="4" destOrd="0" parTransId="{073A8672-B36C-45F0-9270-BED927A0A2D0}" sibTransId="{F6F873CC-F7D7-486A-BF7B-39CDE44105AD}"/>
    <dgm:cxn modelId="{D437DDD0-4B31-4851-AECF-9F0CD2968FF8}" srcId="{BC5698BC-89F2-4C95-96DE-89D00FA8B985}" destId="{48161009-C7BD-4824-A692-8577220BEDF7}" srcOrd="0" destOrd="0" parTransId="{6BF93A28-D3F3-4D98-961B-B7A3153447F6}" sibTransId="{6FD6E161-19E1-40A9-B8D4-D0487318D7A0}"/>
    <dgm:cxn modelId="{BF762FD1-0132-436E-93A0-20F7E9ADF1FE}" type="presOf" srcId="{A4A1FAD3-CC0C-44F3-9245-3B8FF5AEB355}" destId="{D0A2BEC9-FB1C-46EA-8DF7-D83B2E441C0F}" srcOrd="0" destOrd="0" presId="urn:microsoft.com/office/officeart/2005/8/layout/hierarchy2"/>
    <dgm:cxn modelId="{7A4B92D1-37A9-4405-808A-0BE79A286D76}" type="presOf" srcId="{48161009-C7BD-4824-A692-8577220BEDF7}" destId="{87B3F704-BBD5-4040-BD1C-141CD5EC444D}" srcOrd="0" destOrd="0" presId="urn:microsoft.com/office/officeart/2005/8/layout/hierarchy2"/>
    <dgm:cxn modelId="{702E6ED3-13F2-44D1-AB2C-47FFA1F6B0C0}" type="presOf" srcId="{45A82353-138D-4BB1-9BEB-B302437BFF3F}" destId="{CC0C8873-4368-4C71-A14D-B620FF86FAE5}" srcOrd="0" destOrd="0" presId="urn:microsoft.com/office/officeart/2005/8/layout/hierarchy2"/>
    <dgm:cxn modelId="{3D9F93D4-945C-475F-A0C7-9D7465CEB6EF}" type="presOf" srcId="{F1CC558E-4C64-492D-AE03-AF91A7A8B628}" destId="{D30C3B14-10CE-435E-8D93-1DB31E1807F1}" srcOrd="0" destOrd="0" presId="urn:microsoft.com/office/officeart/2005/8/layout/hierarchy2"/>
    <dgm:cxn modelId="{B3FA5BD6-1CD9-4C53-BC66-B88380B77092}" srcId="{B37CAF71-19AE-4464-8E6F-8B3728A76F47}" destId="{A12F71D1-3934-4614-86B9-08DC7640419C}" srcOrd="0" destOrd="0" parTransId="{D1341265-E580-467B-8A65-F13346839A6C}" sibTransId="{29FC23CB-5C2C-4279-A8EF-CE8B7552F196}"/>
    <dgm:cxn modelId="{E0F7D5D6-BC0B-41B5-B1A4-C7096EEBB30D}" type="presOf" srcId="{B7D2EFA2-1ECF-470D-BDE5-B06BB42EACFD}" destId="{CEBBA5D6-743A-4ECB-8B25-2EAF24640717}" srcOrd="1" destOrd="0" presId="urn:microsoft.com/office/officeart/2005/8/layout/hierarchy2"/>
    <dgm:cxn modelId="{9E88E1D6-BC3B-4BF2-8686-B802AAA19D9A}" type="presOf" srcId="{D60AB73C-982D-476B-88DC-2E77FB92A729}" destId="{9ECE648D-9B2C-4CD6-9229-31AB23C51CB2}" srcOrd="0" destOrd="0" presId="urn:microsoft.com/office/officeart/2005/8/layout/hierarchy2"/>
    <dgm:cxn modelId="{9B0EC2D8-6146-424A-9D5A-3F2F1C9749CF}" type="presOf" srcId="{45A82353-138D-4BB1-9BEB-B302437BFF3F}" destId="{C792A1CA-9363-4348-AFA2-953A03B3F341}" srcOrd="1" destOrd="0" presId="urn:microsoft.com/office/officeart/2005/8/layout/hierarchy2"/>
    <dgm:cxn modelId="{EE8075D9-0E6B-4E72-87FD-C656CC6C7C9A}" type="presOf" srcId="{C57E3AF5-BC38-400C-B71B-9E36CF5F7A05}" destId="{9129BF3A-732E-4B88-B877-98060695B41F}" srcOrd="0" destOrd="0" presId="urn:microsoft.com/office/officeart/2005/8/layout/hierarchy2"/>
    <dgm:cxn modelId="{F8FB36DA-9E6C-409F-AC37-B20592986F69}" type="presOf" srcId="{DA2B72E2-D850-48E0-98D4-3532C665768A}" destId="{520D7F6F-AB6F-4A09-9270-9B0073551DCF}" srcOrd="1" destOrd="0" presId="urn:microsoft.com/office/officeart/2005/8/layout/hierarchy2"/>
    <dgm:cxn modelId="{E16669DA-F8AF-4EAD-8B54-DFC66BFF3035}" srcId="{2FB53EE3-4822-472D-AC68-501349331584}" destId="{36748D2B-5242-4B73-AD67-5A4B21466DCA}" srcOrd="0" destOrd="0" parTransId="{D4F38C0B-A2AC-4314-9950-C3B7DC328904}" sibTransId="{4D356F11-A370-4B39-B9C0-EABBDAC2C47B}"/>
    <dgm:cxn modelId="{BF6EBBDA-19AD-408A-80C5-EC218EF8575A}" type="presOf" srcId="{416524BF-2AF2-4134-927F-1C3D2ADC9F5C}" destId="{5890175E-6626-4DC4-96DC-169F681B4924}" srcOrd="1" destOrd="0" presId="urn:microsoft.com/office/officeart/2005/8/layout/hierarchy2"/>
    <dgm:cxn modelId="{DB7B69DD-31BC-408F-88CC-45D9D4516580}" type="presOf" srcId="{0B61BF4F-96FC-4D06-92EE-E283B757012D}" destId="{B68F16A3-B365-4DA7-A0DB-50C0D7526535}" srcOrd="0" destOrd="0" presId="urn:microsoft.com/office/officeart/2005/8/layout/hierarchy2"/>
    <dgm:cxn modelId="{99C478DD-F5B2-4757-A0A8-A7CFDD8D60EF}" type="presOf" srcId="{36748D2B-5242-4B73-AD67-5A4B21466DCA}" destId="{67DC542D-0EAA-469D-AF21-F2E6315CB018}" srcOrd="0" destOrd="0" presId="urn:microsoft.com/office/officeart/2005/8/layout/hierarchy2"/>
    <dgm:cxn modelId="{AD3C3BDF-9A2B-461F-86E8-748BF2A739E3}" type="presOf" srcId="{95BE5401-44FE-4E49-9594-F8A9D2F26B04}" destId="{2AC85E7F-E95A-4B84-9967-864C9FB13305}" srcOrd="1" destOrd="0" presId="urn:microsoft.com/office/officeart/2005/8/layout/hierarchy2"/>
    <dgm:cxn modelId="{E84F39E2-7BAF-4B1E-A14E-48F46ADF13BD}" type="presOf" srcId="{DC6B323C-AEC1-4730-A4AD-5D5CB362007F}" destId="{7E6155DE-88CB-495B-BC99-0E5E05E30212}" srcOrd="0" destOrd="0" presId="urn:microsoft.com/office/officeart/2005/8/layout/hierarchy2"/>
    <dgm:cxn modelId="{BB3303E3-4E2E-4990-B48A-4AF810AB1861}" type="presOf" srcId="{56F3024C-1A72-4B3E-B1F9-C6570BBE2191}" destId="{5325545C-E943-48D5-B79C-E635132F252C}" srcOrd="0" destOrd="0" presId="urn:microsoft.com/office/officeart/2005/8/layout/hierarchy2"/>
    <dgm:cxn modelId="{3E2A83E3-5B4F-49D5-965D-12897AF40D34}" type="presOf" srcId="{DA2B72E2-D850-48E0-98D4-3532C665768A}" destId="{9155715D-0D92-4BE8-92A1-CC899B55BBE6}" srcOrd="0" destOrd="0" presId="urn:microsoft.com/office/officeart/2005/8/layout/hierarchy2"/>
    <dgm:cxn modelId="{2D762AE8-E0F6-433A-AA9B-863DF1986D74}" srcId="{CE8F272F-4226-4547-9D29-7F99F3EFF473}" destId="{66DD149E-65E2-46D7-92F9-447E3FAE9119}" srcOrd="0" destOrd="0" parTransId="{6F2D4433-66FD-41A2-9396-DA1A3D22129B}" sibTransId="{50DD19B0-3193-4B9B-9CE7-34F7408E2236}"/>
    <dgm:cxn modelId="{A17360E8-A9A4-4F34-BC78-03E1E5DF2787}" type="presOf" srcId="{A6E13496-07EE-4D09-98A1-519905CBF266}" destId="{993F26C3-9BD7-40E0-8DA1-D2C958E7BA31}" srcOrd="0" destOrd="0" presId="urn:microsoft.com/office/officeart/2005/8/layout/hierarchy2"/>
    <dgm:cxn modelId="{1FBBEBE9-063A-4E68-BCAD-350D21FA4285}" type="presOf" srcId="{D4F38C0B-A2AC-4314-9950-C3B7DC328904}" destId="{0503AE2E-FCE2-45C0-AABC-602405702FAE}" srcOrd="1" destOrd="0" presId="urn:microsoft.com/office/officeart/2005/8/layout/hierarchy2"/>
    <dgm:cxn modelId="{A9FD1CEA-DCDB-4901-9109-E4B9208746E4}" type="presOf" srcId="{4DC553E4-2697-4566-9AD5-6A03948AAB39}" destId="{BCA81231-D517-457B-BA69-018F38782763}" srcOrd="0" destOrd="0" presId="urn:microsoft.com/office/officeart/2005/8/layout/hierarchy2"/>
    <dgm:cxn modelId="{655685EB-0CF1-44E0-83B0-BF00BCB1EC93}" type="presOf" srcId="{F1274A9A-AF45-4CD8-86F1-BFC181E53312}" destId="{B54B342F-4058-4381-A87C-F809DC694490}" srcOrd="0" destOrd="0" presId="urn:microsoft.com/office/officeart/2005/8/layout/hierarchy2"/>
    <dgm:cxn modelId="{36F602F1-9ACA-4838-9B05-ED605C18F344}" type="presOf" srcId="{78FDF9EF-5A72-4B81-9762-6CD8E203DAEE}" destId="{025F0915-55AE-42C2-82A8-F6DF9ED9740E}" srcOrd="0" destOrd="0" presId="urn:microsoft.com/office/officeart/2005/8/layout/hierarchy2"/>
    <dgm:cxn modelId="{A44B31F3-6935-468B-B437-558396946E96}" type="presOf" srcId="{E034918E-D34B-40EB-99DE-FFC9BC65894A}" destId="{18367A81-3FF6-4140-88F1-53A688C7EEF7}" srcOrd="0" destOrd="0" presId="urn:microsoft.com/office/officeart/2005/8/layout/hierarchy2"/>
    <dgm:cxn modelId="{079549F5-EAA2-4E05-8CE3-BE81890131D8}" srcId="{F1274A9A-AF45-4CD8-86F1-BFC181E53312}" destId="{9FCA17F6-83C4-4D47-98A2-FD7EFF7837F6}" srcOrd="0" destOrd="0" parTransId="{95BE5401-44FE-4E49-9594-F8A9D2F26B04}" sibTransId="{F0299F57-F046-4F44-8B8B-46A221E48BFA}"/>
    <dgm:cxn modelId="{B2C9D7F8-ED04-4B37-8C9D-EF4954B8230D}" type="presOf" srcId="{1C894136-EA84-46F0-8A95-7B212CB8F358}" destId="{DFA5E034-FCB0-4A68-9310-11346B89EEA8}" srcOrd="0" destOrd="0" presId="urn:microsoft.com/office/officeart/2005/8/layout/hierarchy2"/>
    <dgm:cxn modelId="{E437A4FC-5F10-425B-8E0D-A976C3C47B63}" type="presOf" srcId="{9FBFD05B-7184-410A-975D-329B7990440F}" destId="{DDA5781D-2379-4961-9364-66BAB442C062}" srcOrd="0" destOrd="0" presId="urn:microsoft.com/office/officeart/2005/8/layout/hierarchy2"/>
    <dgm:cxn modelId="{9100BBFE-F904-4A58-8070-A47AFC4A528F}" type="presOf" srcId="{94F1C239-CC46-4148-962E-5CB9475E1351}" destId="{BDF0E233-439A-44B2-9243-AA5F658EB1DC}" srcOrd="0" destOrd="0" presId="urn:microsoft.com/office/officeart/2005/8/layout/hierarchy2"/>
    <dgm:cxn modelId="{F1686BFF-DA2F-4547-A5BB-B357DBD4E35E}" type="presOf" srcId="{677692FB-5B83-43E4-A3F8-4DDAE11974CD}" destId="{24238CA2-110A-4897-8083-EBF6F3940FFB}" srcOrd="0" destOrd="0" presId="urn:microsoft.com/office/officeart/2005/8/layout/hierarchy2"/>
    <dgm:cxn modelId="{3DA06CFF-0DB1-47E1-A974-A7BAA7D2F2B3}" type="presOf" srcId="{E10F0EFE-0D89-4D47-8255-9A8B9FD6F1CB}" destId="{5FE1536C-AA20-45FA-BEC4-BE9E9A38E3B4}" srcOrd="1" destOrd="0" presId="urn:microsoft.com/office/officeart/2005/8/layout/hierarchy2"/>
    <dgm:cxn modelId="{16E343FD-6D54-4291-914B-4595B1ACDEE0}" type="presParOf" srcId="{2C91BC23-EDAF-4B01-99F3-1BB86A28AC36}" destId="{113EC988-0BE8-43B2-861A-6A85482BD576}" srcOrd="0" destOrd="0" presId="urn:microsoft.com/office/officeart/2005/8/layout/hierarchy2"/>
    <dgm:cxn modelId="{12BD4111-12F6-4D39-A360-BC16EED9C557}" type="presParOf" srcId="{113EC988-0BE8-43B2-861A-6A85482BD576}" destId="{7E6155DE-88CB-495B-BC99-0E5E05E30212}" srcOrd="0" destOrd="0" presId="urn:microsoft.com/office/officeart/2005/8/layout/hierarchy2"/>
    <dgm:cxn modelId="{63315D00-BE3C-4C02-B785-6A6E3976D827}" type="presParOf" srcId="{113EC988-0BE8-43B2-861A-6A85482BD576}" destId="{1EBC81D2-6260-4AE4-AA89-266112B343B0}" srcOrd="1" destOrd="0" presId="urn:microsoft.com/office/officeart/2005/8/layout/hierarchy2"/>
    <dgm:cxn modelId="{404D06B3-C52E-4979-854A-E02CC070CFA0}" type="presParOf" srcId="{1EBC81D2-6260-4AE4-AA89-266112B343B0}" destId="{EA33658C-D569-4A89-94CB-D954BB50E77D}" srcOrd="0" destOrd="0" presId="urn:microsoft.com/office/officeart/2005/8/layout/hierarchy2"/>
    <dgm:cxn modelId="{34585AA6-D16A-46AF-8CB3-B84BFD818220}" type="presParOf" srcId="{EA33658C-D569-4A89-94CB-D954BB50E77D}" destId="{89BCB7F0-AD41-4D33-82C5-2B59AD38FB76}" srcOrd="0" destOrd="0" presId="urn:microsoft.com/office/officeart/2005/8/layout/hierarchy2"/>
    <dgm:cxn modelId="{A3955843-7221-40FD-882F-57AAD2E697E5}" type="presParOf" srcId="{1EBC81D2-6260-4AE4-AA89-266112B343B0}" destId="{0F8267E7-5C46-4A16-816C-9F711C2A8818}" srcOrd="1" destOrd="0" presId="urn:microsoft.com/office/officeart/2005/8/layout/hierarchy2"/>
    <dgm:cxn modelId="{2C7A8D83-DF43-4ACF-9CEF-85ED0F573025}" type="presParOf" srcId="{0F8267E7-5C46-4A16-816C-9F711C2A8818}" destId="{DA9CEC15-E519-4CF9-B049-0DE680FDE618}" srcOrd="0" destOrd="0" presId="urn:microsoft.com/office/officeart/2005/8/layout/hierarchy2"/>
    <dgm:cxn modelId="{A7A3EF44-E10F-4670-BC90-901A5C68001C}" type="presParOf" srcId="{0F8267E7-5C46-4A16-816C-9F711C2A8818}" destId="{2032D341-5934-4415-B859-2F25E3779630}" srcOrd="1" destOrd="0" presId="urn:microsoft.com/office/officeart/2005/8/layout/hierarchy2"/>
    <dgm:cxn modelId="{5E549BEA-C10B-4E6F-BDFC-01A37D36C3B0}" type="presParOf" srcId="{2032D341-5934-4415-B859-2F25E3779630}" destId="{8B7452D5-AE88-4B65-A80E-89E5AF519FCD}" srcOrd="0" destOrd="0" presId="urn:microsoft.com/office/officeart/2005/8/layout/hierarchy2"/>
    <dgm:cxn modelId="{6D77D8EA-E432-4EC8-B9FA-1E51E29802A5}" type="presParOf" srcId="{8B7452D5-AE88-4B65-A80E-89E5AF519FCD}" destId="{0503AE2E-FCE2-45C0-AABC-602405702FAE}" srcOrd="0" destOrd="0" presId="urn:microsoft.com/office/officeart/2005/8/layout/hierarchy2"/>
    <dgm:cxn modelId="{EB7D22D9-AC45-41EF-8C48-2BBA15B76750}" type="presParOf" srcId="{2032D341-5934-4415-B859-2F25E3779630}" destId="{F04D82FC-F181-4042-8E80-B725D4575A61}" srcOrd="1" destOrd="0" presId="urn:microsoft.com/office/officeart/2005/8/layout/hierarchy2"/>
    <dgm:cxn modelId="{CB8DA961-69BD-41E4-A5CD-8D4C87A6E507}" type="presParOf" srcId="{F04D82FC-F181-4042-8E80-B725D4575A61}" destId="{67DC542D-0EAA-469D-AF21-F2E6315CB018}" srcOrd="0" destOrd="0" presId="urn:microsoft.com/office/officeart/2005/8/layout/hierarchy2"/>
    <dgm:cxn modelId="{AD708889-A6A8-4B0C-8DC5-EC855F888F08}" type="presParOf" srcId="{F04D82FC-F181-4042-8E80-B725D4575A61}" destId="{4BD13586-7742-4A8D-9C81-11D91DE0E289}" srcOrd="1" destOrd="0" presId="urn:microsoft.com/office/officeart/2005/8/layout/hierarchy2"/>
    <dgm:cxn modelId="{3C9FEE05-7B8E-48AC-9B7B-975BC69392F8}" type="presParOf" srcId="{2C91BC23-EDAF-4B01-99F3-1BB86A28AC36}" destId="{0F0988D0-AF59-4063-A80F-BE97DB592992}" srcOrd="1" destOrd="0" presId="urn:microsoft.com/office/officeart/2005/8/layout/hierarchy2"/>
    <dgm:cxn modelId="{BB114CFA-6A1B-49DD-BEB1-B6BD9C7FD99D}" type="presParOf" srcId="{0F0988D0-AF59-4063-A80F-BE97DB592992}" destId="{025F0915-55AE-42C2-82A8-F6DF9ED9740E}" srcOrd="0" destOrd="0" presId="urn:microsoft.com/office/officeart/2005/8/layout/hierarchy2"/>
    <dgm:cxn modelId="{E0A3DA90-4975-43A7-A600-A732AAB120FA}" type="presParOf" srcId="{0F0988D0-AF59-4063-A80F-BE97DB592992}" destId="{E3EA63B7-584A-4949-B139-52E4AF97C7DB}" srcOrd="1" destOrd="0" presId="urn:microsoft.com/office/officeart/2005/8/layout/hierarchy2"/>
    <dgm:cxn modelId="{90DB52E8-9489-42AD-9CD6-DAE8FA894DF0}" type="presParOf" srcId="{E3EA63B7-584A-4949-B139-52E4AF97C7DB}" destId="{6D8D8867-2E17-4149-855A-73DAE93B31B8}" srcOrd="0" destOrd="0" presId="urn:microsoft.com/office/officeart/2005/8/layout/hierarchy2"/>
    <dgm:cxn modelId="{4518E7A8-E8F0-4827-AAD6-FE167D0DB4A4}" type="presParOf" srcId="{6D8D8867-2E17-4149-855A-73DAE93B31B8}" destId="{F8D7B0B7-AE6F-4987-881F-7DCB82152520}" srcOrd="0" destOrd="0" presId="urn:microsoft.com/office/officeart/2005/8/layout/hierarchy2"/>
    <dgm:cxn modelId="{307F6A55-F154-4EF7-A405-454AC0317AF8}" type="presParOf" srcId="{E3EA63B7-584A-4949-B139-52E4AF97C7DB}" destId="{0B82F04E-7833-4BB7-938C-CFEB7400E4A0}" srcOrd="1" destOrd="0" presId="urn:microsoft.com/office/officeart/2005/8/layout/hierarchy2"/>
    <dgm:cxn modelId="{2FE73906-E465-48A5-A34C-AE67AC810961}" type="presParOf" srcId="{0B82F04E-7833-4BB7-938C-CFEB7400E4A0}" destId="{0A2DEED4-5FFE-49EE-8BD8-BADE0E6A0493}" srcOrd="0" destOrd="0" presId="urn:microsoft.com/office/officeart/2005/8/layout/hierarchy2"/>
    <dgm:cxn modelId="{F565EF9D-2626-4C12-AF56-16366591581F}" type="presParOf" srcId="{0B82F04E-7833-4BB7-938C-CFEB7400E4A0}" destId="{67A1B426-4FA9-4A27-A9E8-9206CF9505C4}" srcOrd="1" destOrd="0" presId="urn:microsoft.com/office/officeart/2005/8/layout/hierarchy2"/>
    <dgm:cxn modelId="{97270C30-8A92-4205-95AD-6BD51E59EFB3}" type="presParOf" srcId="{67A1B426-4FA9-4A27-A9E8-9206CF9505C4}" destId="{3D6602D3-FBF3-40CF-8B8A-CE16DAF11DC8}" srcOrd="0" destOrd="0" presId="urn:microsoft.com/office/officeart/2005/8/layout/hierarchy2"/>
    <dgm:cxn modelId="{CAC2148D-7A51-4C5F-A17E-1187C400242A}" type="presParOf" srcId="{3D6602D3-FBF3-40CF-8B8A-CE16DAF11DC8}" destId="{5FE1536C-AA20-45FA-BEC4-BE9E9A38E3B4}" srcOrd="0" destOrd="0" presId="urn:microsoft.com/office/officeart/2005/8/layout/hierarchy2"/>
    <dgm:cxn modelId="{32EBB620-7EB7-47E0-9CDA-2EDEB9175D45}" type="presParOf" srcId="{67A1B426-4FA9-4A27-A9E8-9206CF9505C4}" destId="{8E6AFBAF-DF78-4C81-BF48-4BD41878A8AD}" srcOrd="1" destOrd="0" presId="urn:microsoft.com/office/officeart/2005/8/layout/hierarchy2"/>
    <dgm:cxn modelId="{3C319CB2-4900-4D4C-AE6A-568FC5C33E93}" type="presParOf" srcId="{8E6AFBAF-DF78-4C81-BF48-4BD41878A8AD}" destId="{267B0E97-4E29-48D7-8B60-9A292D21FEBB}" srcOrd="0" destOrd="0" presId="urn:microsoft.com/office/officeart/2005/8/layout/hierarchy2"/>
    <dgm:cxn modelId="{DA89609A-CC7E-4C60-824C-6E3D17BF1063}" type="presParOf" srcId="{8E6AFBAF-DF78-4C81-BF48-4BD41878A8AD}" destId="{88965EE0-945C-49FF-B5BC-2CF76B9BE85C}" srcOrd="1" destOrd="0" presId="urn:microsoft.com/office/officeart/2005/8/layout/hierarchy2"/>
    <dgm:cxn modelId="{8D04CA15-1991-4AF4-A659-BD7C6DC278FA}" type="presParOf" srcId="{88965EE0-945C-49FF-B5BC-2CF76B9BE85C}" destId="{4F726072-013B-4521-A0B5-F6048E4A2967}" srcOrd="0" destOrd="0" presId="urn:microsoft.com/office/officeart/2005/8/layout/hierarchy2"/>
    <dgm:cxn modelId="{F3CFE351-A76F-4BD9-8DD1-6A7DE575FDE1}" type="presParOf" srcId="{4F726072-013B-4521-A0B5-F6048E4A2967}" destId="{5BC14C91-82AB-488D-A5A4-87ED0F7190D1}" srcOrd="0" destOrd="0" presId="urn:microsoft.com/office/officeart/2005/8/layout/hierarchy2"/>
    <dgm:cxn modelId="{D637150E-EF0E-4B1F-960E-AABB8AFC854F}" type="presParOf" srcId="{88965EE0-945C-49FF-B5BC-2CF76B9BE85C}" destId="{8942816D-7460-42A7-9DB9-148B81039951}" srcOrd="1" destOrd="0" presId="urn:microsoft.com/office/officeart/2005/8/layout/hierarchy2"/>
    <dgm:cxn modelId="{7D93B7D9-5D8A-4CAB-9665-BDABA90EDE3B}" type="presParOf" srcId="{8942816D-7460-42A7-9DB9-148B81039951}" destId="{F5B5FF74-5D6D-4B1F-9B66-695AEFF45EE1}" srcOrd="0" destOrd="0" presId="urn:microsoft.com/office/officeart/2005/8/layout/hierarchy2"/>
    <dgm:cxn modelId="{1647AAFA-1E2E-4B85-A656-274454C602CF}" type="presParOf" srcId="{8942816D-7460-42A7-9DB9-148B81039951}" destId="{9508E18F-269D-497F-B885-DBC5734E37E7}" srcOrd="1" destOrd="0" presId="urn:microsoft.com/office/officeart/2005/8/layout/hierarchy2"/>
    <dgm:cxn modelId="{8A41C6CF-C230-4B0C-B39A-5F58E3E8E6CE}" type="presParOf" srcId="{9508E18F-269D-497F-B885-DBC5734E37E7}" destId="{04D22E9A-3D0E-4310-9C97-4B7F6B70E88D}" srcOrd="0" destOrd="0" presId="urn:microsoft.com/office/officeart/2005/8/layout/hierarchy2"/>
    <dgm:cxn modelId="{E392F487-82E4-49AA-ACD1-3A99088388C2}" type="presParOf" srcId="{04D22E9A-3D0E-4310-9C97-4B7F6B70E88D}" destId="{B4D1592C-B89C-4862-8D1E-E0D26E1B65A4}" srcOrd="0" destOrd="0" presId="urn:microsoft.com/office/officeart/2005/8/layout/hierarchy2"/>
    <dgm:cxn modelId="{4CC07247-D3C7-4E97-8439-3F6AAEA27498}" type="presParOf" srcId="{9508E18F-269D-497F-B885-DBC5734E37E7}" destId="{B844F42C-4122-428A-8E66-7540885B8134}" srcOrd="1" destOrd="0" presId="urn:microsoft.com/office/officeart/2005/8/layout/hierarchy2"/>
    <dgm:cxn modelId="{E29C336E-7B23-412E-8A7F-87863CD7E7F0}" type="presParOf" srcId="{B844F42C-4122-428A-8E66-7540885B8134}" destId="{30967D37-F8D0-4D67-B192-F779407EBE59}" srcOrd="0" destOrd="0" presId="urn:microsoft.com/office/officeart/2005/8/layout/hierarchy2"/>
    <dgm:cxn modelId="{52135E9F-3F0C-4B59-B9F0-060D219FBDB7}" type="presParOf" srcId="{B844F42C-4122-428A-8E66-7540885B8134}" destId="{FC589F95-35D6-4EAB-AAD7-CA2A3E7DB13F}" srcOrd="1" destOrd="0" presId="urn:microsoft.com/office/officeart/2005/8/layout/hierarchy2"/>
    <dgm:cxn modelId="{07AEA0B7-899E-441B-B5D6-3DDB0D8B2943}" type="presParOf" srcId="{FC589F95-35D6-4EAB-AAD7-CA2A3E7DB13F}" destId="{31335A80-483C-453F-8006-0D6B709853A5}" srcOrd="0" destOrd="0" presId="urn:microsoft.com/office/officeart/2005/8/layout/hierarchy2"/>
    <dgm:cxn modelId="{16EBAB89-2301-428A-B529-AC5BD64423EB}" type="presParOf" srcId="{31335A80-483C-453F-8006-0D6B709853A5}" destId="{25E1F4E6-64B0-475F-9D55-5AF84294FB15}" srcOrd="0" destOrd="0" presId="urn:microsoft.com/office/officeart/2005/8/layout/hierarchy2"/>
    <dgm:cxn modelId="{73D98A2F-6DA0-4105-8257-C0003A9FB82E}" type="presParOf" srcId="{FC589F95-35D6-4EAB-AAD7-CA2A3E7DB13F}" destId="{4A58A5E2-89BB-4AE9-89EF-2A6050AA2F31}" srcOrd="1" destOrd="0" presId="urn:microsoft.com/office/officeart/2005/8/layout/hierarchy2"/>
    <dgm:cxn modelId="{70A28127-2DED-4FC9-8160-8E5400274D31}" type="presParOf" srcId="{4A58A5E2-89BB-4AE9-89EF-2A6050AA2F31}" destId="{44592C25-CCFA-4703-97E9-8E7DC920B17E}" srcOrd="0" destOrd="0" presId="urn:microsoft.com/office/officeart/2005/8/layout/hierarchy2"/>
    <dgm:cxn modelId="{0E913354-6705-49E2-A42B-A97F21710B84}" type="presParOf" srcId="{4A58A5E2-89BB-4AE9-89EF-2A6050AA2F31}" destId="{5C15F79D-F8C2-4C13-A5C3-6981BA26392F}" srcOrd="1" destOrd="0" presId="urn:microsoft.com/office/officeart/2005/8/layout/hierarchy2"/>
    <dgm:cxn modelId="{5DF7A372-573A-4727-980F-0E73410A5468}" type="presParOf" srcId="{E3EA63B7-584A-4949-B139-52E4AF97C7DB}" destId="{B2E772F6-30C5-4BEA-8AFD-32D0F58EB0FF}" srcOrd="2" destOrd="0" presId="urn:microsoft.com/office/officeart/2005/8/layout/hierarchy2"/>
    <dgm:cxn modelId="{3CAB0ADB-FBFB-48F3-B2E7-C8C9B47D23F7}" type="presParOf" srcId="{B2E772F6-30C5-4BEA-8AFD-32D0F58EB0FF}" destId="{5890175E-6626-4DC4-96DC-169F681B4924}" srcOrd="0" destOrd="0" presId="urn:microsoft.com/office/officeart/2005/8/layout/hierarchy2"/>
    <dgm:cxn modelId="{94F28C0D-DF36-48CB-B5B8-D92D6B7F41B1}" type="presParOf" srcId="{E3EA63B7-584A-4949-B139-52E4AF97C7DB}" destId="{B6A728D1-91F3-46D5-B793-FD72B55C4C1C}" srcOrd="3" destOrd="0" presId="urn:microsoft.com/office/officeart/2005/8/layout/hierarchy2"/>
    <dgm:cxn modelId="{1C634222-FDC8-4B44-8A4F-09698F63BA75}" type="presParOf" srcId="{B6A728D1-91F3-46D5-B793-FD72B55C4C1C}" destId="{9575B717-D2FD-48E0-882D-EED3958A5FDF}" srcOrd="0" destOrd="0" presId="urn:microsoft.com/office/officeart/2005/8/layout/hierarchy2"/>
    <dgm:cxn modelId="{38A78778-4F57-4E31-93A0-2139369A96F8}" type="presParOf" srcId="{B6A728D1-91F3-46D5-B793-FD72B55C4C1C}" destId="{B9CAF580-8EA2-4420-907D-B6FEEC296CBF}" srcOrd="1" destOrd="0" presId="urn:microsoft.com/office/officeart/2005/8/layout/hierarchy2"/>
    <dgm:cxn modelId="{4B5A3656-9D37-4BD2-ADDC-D193EAD9A795}" type="presParOf" srcId="{B9CAF580-8EA2-4420-907D-B6FEEC296CBF}" destId="{5CBEEEE8-FE30-46FE-82BC-125A951A46EA}" srcOrd="0" destOrd="0" presId="urn:microsoft.com/office/officeart/2005/8/layout/hierarchy2"/>
    <dgm:cxn modelId="{AA55D103-C0A3-497E-8B1D-04C4221142CA}" type="presParOf" srcId="{5CBEEEE8-FE30-46FE-82BC-125A951A46EA}" destId="{B287F7B4-A121-4216-BB70-7DB34EFE4E1A}" srcOrd="0" destOrd="0" presId="urn:microsoft.com/office/officeart/2005/8/layout/hierarchy2"/>
    <dgm:cxn modelId="{490476F8-D406-4313-A79B-B708266734A6}" type="presParOf" srcId="{B9CAF580-8EA2-4420-907D-B6FEEC296CBF}" destId="{DD1B5F33-07C0-4BC7-87C1-56C8E1D2EE6B}" srcOrd="1" destOrd="0" presId="urn:microsoft.com/office/officeart/2005/8/layout/hierarchy2"/>
    <dgm:cxn modelId="{5B5CA9BC-E661-4261-A53D-DF35B3281A26}" type="presParOf" srcId="{DD1B5F33-07C0-4BC7-87C1-56C8E1D2EE6B}" destId="{5325545C-E943-48D5-B79C-E635132F252C}" srcOrd="0" destOrd="0" presId="urn:microsoft.com/office/officeart/2005/8/layout/hierarchy2"/>
    <dgm:cxn modelId="{B1751072-362A-488D-8CC0-D37AE41EB460}" type="presParOf" srcId="{DD1B5F33-07C0-4BC7-87C1-56C8E1D2EE6B}" destId="{DD696AAE-FF75-431C-85EC-3ADE69920F85}" srcOrd="1" destOrd="0" presId="urn:microsoft.com/office/officeart/2005/8/layout/hierarchy2"/>
    <dgm:cxn modelId="{8FE38C11-52A5-4996-8CAA-8512FAC720A8}" type="presParOf" srcId="{DD696AAE-FF75-431C-85EC-3ADE69920F85}" destId="{9155715D-0D92-4BE8-92A1-CC899B55BBE6}" srcOrd="0" destOrd="0" presId="urn:microsoft.com/office/officeart/2005/8/layout/hierarchy2"/>
    <dgm:cxn modelId="{10ADF3FB-9C54-4BCD-9939-DC8A1ED8CFE9}" type="presParOf" srcId="{9155715D-0D92-4BE8-92A1-CC899B55BBE6}" destId="{520D7F6F-AB6F-4A09-9270-9B0073551DCF}" srcOrd="0" destOrd="0" presId="urn:microsoft.com/office/officeart/2005/8/layout/hierarchy2"/>
    <dgm:cxn modelId="{89A85455-F6A9-4DC4-BA12-9B89F43F23CB}" type="presParOf" srcId="{DD696AAE-FF75-431C-85EC-3ADE69920F85}" destId="{FB192090-05DE-490A-BC55-761233B821B7}" srcOrd="1" destOrd="0" presId="urn:microsoft.com/office/officeart/2005/8/layout/hierarchy2"/>
    <dgm:cxn modelId="{2A40A42B-BCB8-4075-A1BA-1C204C48C5F6}" type="presParOf" srcId="{FB192090-05DE-490A-BC55-761233B821B7}" destId="{64BA0741-005B-485F-972C-C19C40E6E8B2}" srcOrd="0" destOrd="0" presId="urn:microsoft.com/office/officeart/2005/8/layout/hierarchy2"/>
    <dgm:cxn modelId="{7E19F9DE-06A0-49A4-A327-8E858A33C9BE}" type="presParOf" srcId="{FB192090-05DE-490A-BC55-761233B821B7}" destId="{562EE656-6226-4078-893C-F8B45F461632}" srcOrd="1" destOrd="0" presId="urn:microsoft.com/office/officeart/2005/8/layout/hierarchy2"/>
    <dgm:cxn modelId="{14547D07-6C37-4B55-A7B1-0B1372FED149}" type="presParOf" srcId="{562EE656-6226-4078-893C-F8B45F461632}" destId="{C8ED3D86-5B10-4BFF-80C1-EC63A7646349}" srcOrd="0" destOrd="0" presId="urn:microsoft.com/office/officeart/2005/8/layout/hierarchy2"/>
    <dgm:cxn modelId="{D417ECD6-C5AB-41AB-832A-BDE1EA99B5D9}" type="presParOf" srcId="{C8ED3D86-5B10-4BFF-80C1-EC63A7646349}" destId="{D6870B5B-89F2-4409-8F5F-8DCE17048A5C}" srcOrd="0" destOrd="0" presId="urn:microsoft.com/office/officeart/2005/8/layout/hierarchy2"/>
    <dgm:cxn modelId="{6F90AF4E-FDEC-4458-A176-8FB5F40D1E79}" type="presParOf" srcId="{562EE656-6226-4078-893C-F8B45F461632}" destId="{8FE1BC3B-E6D6-415D-A9A9-F8BA68BA3B54}" srcOrd="1" destOrd="0" presId="urn:microsoft.com/office/officeart/2005/8/layout/hierarchy2"/>
    <dgm:cxn modelId="{FF38846E-2F09-415A-B9F3-6DC07BAD8615}" type="presParOf" srcId="{8FE1BC3B-E6D6-415D-A9A9-F8BA68BA3B54}" destId="{87B3F704-BBD5-4040-BD1C-141CD5EC444D}" srcOrd="0" destOrd="0" presId="urn:microsoft.com/office/officeart/2005/8/layout/hierarchy2"/>
    <dgm:cxn modelId="{6A2C66E6-2787-4297-9427-EF251E49FBAA}" type="presParOf" srcId="{8FE1BC3B-E6D6-415D-A9A9-F8BA68BA3B54}" destId="{69D96E60-3A35-4E4D-917D-BA88DB49C9E1}" srcOrd="1" destOrd="0" presId="urn:microsoft.com/office/officeart/2005/8/layout/hierarchy2"/>
    <dgm:cxn modelId="{E0F5B79F-66DB-4134-83F6-9B7B15CF77AD}" type="presParOf" srcId="{69D96E60-3A35-4E4D-917D-BA88DB49C9E1}" destId="{9A146FDE-E343-4256-A749-3EBC7484B030}" srcOrd="0" destOrd="0" presId="urn:microsoft.com/office/officeart/2005/8/layout/hierarchy2"/>
    <dgm:cxn modelId="{13B720CF-4EBD-431C-B62F-C8531B4D08F8}" type="presParOf" srcId="{9A146FDE-E343-4256-A749-3EBC7484B030}" destId="{045879F9-25F9-474A-BCED-5A428A17FD1B}" srcOrd="0" destOrd="0" presId="urn:microsoft.com/office/officeart/2005/8/layout/hierarchy2"/>
    <dgm:cxn modelId="{A3E6A9F1-3FEE-449F-9F07-EBDFF690799C}" type="presParOf" srcId="{69D96E60-3A35-4E4D-917D-BA88DB49C9E1}" destId="{CE4F1D4F-5D07-4C52-8089-D51B15E1F902}" srcOrd="1" destOrd="0" presId="urn:microsoft.com/office/officeart/2005/8/layout/hierarchy2"/>
    <dgm:cxn modelId="{3BC6023C-C44C-4F95-A7B3-60FAA86E40F7}" type="presParOf" srcId="{CE4F1D4F-5D07-4C52-8089-D51B15E1F902}" destId="{BE7FF2C4-34E2-4F53-97AB-77DFA37B82BC}" srcOrd="0" destOrd="0" presId="urn:microsoft.com/office/officeart/2005/8/layout/hierarchy2"/>
    <dgm:cxn modelId="{AED327CE-EB85-4BDF-B816-2DBB8736C938}" type="presParOf" srcId="{CE4F1D4F-5D07-4C52-8089-D51B15E1F902}" destId="{77F3FC96-D135-44AE-BD5A-90666E9C0718}" srcOrd="1" destOrd="0" presId="urn:microsoft.com/office/officeart/2005/8/layout/hierarchy2"/>
    <dgm:cxn modelId="{79CBB520-563A-477B-BE44-C7A128A30245}" type="presParOf" srcId="{E3EA63B7-584A-4949-B139-52E4AF97C7DB}" destId="{4E1198CB-6576-4286-97D6-F422C5B13E79}" srcOrd="4" destOrd="0" presId="urn:microsoft.com/office/officeart/2005/8/layout/hierarchy2"/>
    <dgm:cxn modelId="{CCD03664-77DE-4CC4-BC2D-52CD6E8FB52D}" type="presParOf" srcId="{4E1198CB-6576-4286-97D6-F422C5B13E79}" destId="{E25D05A8-7368-4237-88A5-ACDB30D35F85}" srcOrd="0" destOrd="0" presId="urn:microsoft.com/office/officeart/2005/8/layout/hierarchy2"/>
    <dgm:cxn modelId="{077B8922-6E55-4220-B464-A8E86ACE0235}" type="presParOf" srcId="{E3EA63B7-584A-4949-B139-52E4AF97C7DB}" destId="{8FD86E89-A32F-4976-8D58-62237A8CE601}" srcOrd="5" destOrd="0" presId="urn:microsoft.com/office/officeart/2005/8/layout/hierarchy2"/>
    <dgm:cxn modelId="{1014FB2E-3F85-4D6E-A35B-9F4B493FF7FB}" type="presParOf" srcId="{8FD86E89-A32F-4976-8D58-62237A8CE601}" destId="{CA2B0ADE-54B1-4DBF-97A2-EA9031210210}" srcOrd="0" destOrd="0" presId="urn:microsoft.com/office/officeart/2005/8/layout/hierarchy2"/>
    <dgm:cxn modelId="{6CF5A0C9-63BB-49FF-8884-114AD9A0B927}" type="presParOf" srcId="{8FD86E89-A32F-4976-8D58-62237A8CE601}" destId="{59945566-BA1B-48AF-B410-D0C1009D0A55}" srcOrd="1" destOrd="0" presId="urn:microsoft.com/office/officeart/2005/8/layout/hierarchy2"/>
    <dgm:cxn modelId="{D23BCBCD-1A48-4B47-80CE-1CDC8900A39F}" type="presParOf" srcId="{59945566-BA1B-48AF-B410-D0C1009D0A55}" destId="{66245B8C-FC8E-470D-83CE-4D927C9D3942}" srcOrd="0" destOrd="0" presId="urn:microsoft.com/office/officeart/2005/8/layout/hierarchy2"/>
    <dgm:cxn modelId="{8990319E-FFBE-43DD-A98C-3252CB3EEC9E}" type="presParOf" srcId="{66245B8C-FC8E-470D-83CE-4D927C9D3942}" destId="{0582C905-AAA7-42A0-98B3-A4D18D68BADC}" srcOrd="0" destOrd="0" presId="urn:microsoft.com/office/officeart/2005/8/layout/hierarchy2"/>
    <dgm:cxn modelId="{727728A6-631A-4E19-805E-4CDFEF27AB77}" type="presParOf" srcId="{59945566-BA1B-48AF-B410-D0C1009D0A55}" destId="{B6526CD6-681D-4C8D-80C8-A25ABD9F357D}" srcOrd="1" destOrd="0" presId="urn:microsoft.com/office/officeart/2005/8/layout/hierarchy2"/>
    <dgm:cxn modelId="{A4347F91-40E4-4A1D-B480-11FE2328616E}" type="presParOf" srcId="{B6526CD6-681D-4C8D-80C8-A25ABD9F357D}" destId="{3BA7550D-87C1-4F2B-9F1A-93E556D58185}" srcOrd="0" destOrd="0" presId="urn:microsoft.com/office/officeart/2005/8/layout/hierarchy2"/>
    <dgm:cxn modelId="{9AEE8147-C2F6-4BF6-87FA-1B7F7C2D2669}" type="presParOf" srcId="{B6526CD6-681D-4C8D-80C8-A25ABD9F357D}" destId="{64A7E590-09CD-4C36-B89F-FEE11129AAE7}" srcOrd="1" destOrd="0" presId="urn:microsoft.com/office/officeart/2005/8/layout/hierarchy2"/>
    <dgm:cxn modelId="{B6C42C88-A84D-444E-BB64-0DF1E2F40F6D}" type="presParOf" srcId="{64A7E590-09CD-4C36-B89F-FEE11129AAE7}" destId="{D30C3B14-10CE-435E-8D93-1DB31E1807F1}" srcOrd="0" destOrd="0" presId="urn:microsoft.com/office/officeart/2005/8/layout/hierarchy2"/>
    <dgm:cxn modelId="{5AE05CB4-A5FE-4C80-A26D-A1AB6501C866}" type="presParOf" srcId="{D30C3B14-10CE-435E-8D93-1DB31E1807F1}" destId="{07DD6CF5-E913-4A34-93FB-F081511D5A0D}" srcOrd="0" destOrd="0" presId="urn:microsoft.com/office/officeart/2005/8/layout/hierarchy2"/>
    <dgm:cxn modelId="{30B0F1E1-AC88-4916-9DF1-D0FA4D21BA98}" type="presParOf" srcId="{64A7E590-09CD-4C36-B89F-FEE11129AAE7}" destId="{63F2686F-63E0-48F1-AD3C-C2E80B087F92}" srcOrd="1" destOrd="0" presId="urn:microsoft.com/office/officeart/2005/8/layout/hierarchy2"/>
    <dgm:cxn modelId="{55DB4BF6-EF8B-4989-A98C-FAF668638CD7}" type="presParOf" srcId="{63F2686F-63E0-48F1-AD3C-C2E80B087F92}" destId="{0D3645E1-4F99-42E8-94B3-533A26E4B789}" srcOrd="0" destOrd="0" presId="urn:microsoft.com/office/officeart/2005/8/layout/hierarchy2"/>
    <dgm:cxn modelId="{A1FCA713-A45B-4A19-9F8F-D758477E7851}" type="presParOf" srcId="{63F2686F-63E0-48F1-AD3C-C2E80B087F92}" destId="{3C9766AC-C2FC-4720-BC0F-F89812D2171A}" srcOrd="1" destOrd="0" presId="urn:microsoft.com/office/officeart/2005/8/layout/hierarchy2"/>
    <dgm:cxn modelId="{F273BC68-92FD-4409-B72A-6C258C5C6DC4}" type="presParOf" srcId="{3C9766AC-C2FC-4720-BC0F-F89812D2171A}" destId="{01C9D394-8384-4041-9E01-AC32303AEF53}" srcOrd="0" destOrd="0" presId="urn:microsoft.com/office/officeart/2005/8/layout/hierarchy2"/>
    <dgm:cxn modelId="{8D4D5769-E845-46C6-99CF-59F95B5B83E5}" type="presParOf" srcId="{01C9D394-8384-4041-9E01-AC32303AEF53}" destId="{10E81A9F-DE7E-4FB8-8111-510104B73C69}" srcOrd="0" destOrd="0" presId="urn:microsoft.com/office/officeart/2005/8/layout/hierarchy2"/>
    <dgm:cxn modelId="{C51FFDE3-8F0E-474B-BC1E-6B8B9AE587A8}" type="presParOf" srcId="{3C9766AC-C2FC-4720-BC0F-F89812D2171A}" destId="{CFA652C0-FE6B-4F8B-9AAE-706A18857B77}" srcOrd="1" destOrd="0" presId="urn:microsoft.com/office/officeart/2005/8/layout/hierarchy2"/>
    <dgm:cxn modelId="{6A3FD9BC-9856-41E4-8870-F0E43626FB0E}" type="presParOf" srcId="{CFA652C0-FE6B-4F8B-9AAE-706A18857B77}" destId="{B1EBE91E-AC36-4954-8B57-F13DFADDD958}" srcOrd="0" destOrd="0" presId="urn:microsoft.com/office/officeart/2005/8/layout/hierarchy2"/>
    <dgm:cxn modelId="{96520290-93AD-46E9-940B-CF1D81E8D038}" type="presParOf" srcId="{CFA652C0-FE6B-4F8B-9AAE-706A18857B77}" destId="{E365F342-74DD-482B-A8D7-FC6CFB8105AB}" srcOrd="1" destOrd="0" presId="urn:microsoft.com/office/officeart/2005/8/layout/hierarchy2"/>
    <dgm:cxn modelId="{55F4C482-1FAD-4207-B191-632813AA4FF1}" type="presParOf" srcId="{E365F342-74DD-482B-A8D7-FC6CFB8105AB}" destId="{5986A7F4-A824-49E5-A61F-D95031DC6F9C}" srcOrd="0" destOrd="0" presId="urn:microsoft.com/office/officeart/2005/8/layout/hierarchy2"/>
    <dgm:cxn modelId="{1C24B6B6-9DDD-4069-A7CC-59321F1E491B}" type="presParOf" srcId="{5986A7F4-A824-49E5-A61F-D95031DC6F9C}" destId="{CEBBA5D6-743A-4ECB-8B25-2EAF24640717}" srcOrd="0" destOrd="0" presId="urn:microsoft.com/office/officeart/2005/8/layout/hierarchy2"/>
    <dgm:cxn modelId="{AAB00CD1-54AC-482A-B6BE-05D6252464E2}" type="presParOf" srcId="{E365F342-74DD-482B-A8D7-FC6CFB8105AB}" destId="{3712AD2C-0213-459C-883F-3A4CF2D7C946}" srcOrd="1" destOrd="0" presId="urn:microsoft.com/office/officeart/2005/8/layout/hierarchy2"/>
    <dgm:cxn modelId="{82249A1E-6974-4858-988A-1DF69D4B4F16}" type="presParOf" srcId="{3712AD2C-0213-459C-883F-3A4CF2D7C946}" destId="{22452D13-B3AD-4570-BFCA-A3E2938C2FA8}" srcOrd="0" destOrd="0" presId="urn:microsoft.com/office/officeart/2005/8/layout/hierarchy2"/>
    <dgm:cxn modelId="{C86B39D7-4E31-46CA-BB34-6F26ABCFB8AD}" type="presParOf" srcId="{3712AD2C-0213-459C-883F-3A4CF2D7C946}" destId="{BBCD22FD-0B68-4065-A495-8317F2B76CCF}" srcOrd="1" destOrd="0" presId="urn:microsoft.com/office/officeart/2005/8/layout/hierarchy2"/>
    <dgm:cxn modelId="{E546ABF7-D75B-43BF-9100-9AE3CC90DD95}" type="presParOf" srcId="{2C91BC23-EDAF-4B01-99F3-1BB86A28AC36}" destId="{92D6E092-4203-49B1-9C88-2090CA5B34E4}" srcOrd="2" destOrd="0" presId="urn:microsoft.com/office/officeart/2005/8/layout/hierarchy2"/>
    <dgm:cxn modelId="{E2171FE8-D28E-4F1D-BEBF-50F7E8187391}" type="presParOf" srcId="{92D6E092-4203-49B1-9C88-2090CA5B34E4}" destId="{2D9BB59C-BB77-4D2D-A60D-EA3550FF4699}" srcOrd="0" destOrd="0" presId="urn:microsoft.com/office/officeart/2005/8/layout/hierarchy2"/>
    <dgm:cxn modelId="{C03ED68B-D59C-4741-B571-A458449203ED}" type="presParOf" srcId="{92D6E092-4203-49B1-9C88-2090CA5B34E4}" destId="{EE11D300-FB91-42B2-AF93-C69886519366}" srcOrd="1" destOrd="0" presId="urn:microsoft.com/office/officeart/2005/8/layout/hierarchy2"/>
    <dgm:cxn modelId="{AAAF91A4-7699-46A8-AF1B-7F44E1B2F9EF}" type="presParOf" srcId="{EE11D300-FB91-42B2-AF93-C69886519366}" destId="{D0A2BEC9-FB1C-46EA-8DF7-D83B2E441C0F}" srcOrd="0" destOrd="0" presId="urn:microsoft.com/office/officeart/2005/8/layout/hierarchy2"/>
    <dgm:cxn modelId="{DBAA21A9-FCFE-4F4B-8FD1-B33DC35479A1}" type="presParOf" srcId="{D0A2BEC9-FB1C-46EA-8DF7-D83B2E441C0F}" destId="{ABC8E1C2-AC15-4B5C-9771-CD756D4C09AF}" srcOrd="0" destOrd="0" presId="urn:microsoft.com/office/officeart/2005/8/layout/hierarchy2"/>
    <dgm:cxn modelId="{DF13B210-7A3B-4E2E-929C-5A04AB31F3F2}" type="presParOf" srcId="{EE11D300-FB91-42B2-AF93-C69886519366}" destId="{9227E4C2-18D7-421D-ACEC-6A2F2AC57827}" srcOrd="1" destOrd="0" presId="urn:microsoft.com/office/officeart/2005/8/layout/hierarchy2"/>
    <dgm:cxn modelId="{5865F846-9E9D-4B79-89DD-282769307268}" type="presParOf" srcId="{9227E4C2-18D7-421D-ACEC-6A2F2AC57827}" destId="{EF29C579-7F23-47E1-9663-C3728A9941F8}" srcOrd="0" destOrd="0" presId="urn:microsoft.com/office/officeart/2005/8/layout/hierarchy2"/>
    <dgm:cxn modelId="{8562175B-BC7D-4E56-AAAE-D18F114173D6}" type="presParOf" srcId="{9227E4C2-18D7-421D-ACEC-6A2F2AC57827}" destId="{77BD34D6-4653-4AFF-A326-16E718A61C26}" srcOrd="1" destOrd="0" presId="urn:microsoft.com/office/officeart/2005/8/layout/hierarchy2"/>
    <dgm:cxn modelId="{CA0333C4-A765-4391-A74C-4195826BE1EC}" type="presParOf" srcId="{77BD34D6-4653-4AFF-A326-16E718A61C26}" destId="{39832F87-AA4C-46C2-854D-088BF231B7C4}" srcOrd="0" destOrd="0" presId="urn:microsoft.com/office/officeart/2005/8/layout/hierarchy2"/>
    <dgm:cxn modelId="{A89AFAA1-5786-4F1E-97A6-AC90B6EBB0CA}" type="presParOf" srcId="{39832F87-AA4C-46C2-854D-088BF231B7C4}" destId="{B33DE1A6-01C8-4C69-8B7C-1F2BDBFBBB2D}" srcOrd="0" destOrd="0" presId="urn:microsoft.com/office/officeart/2005/8/layout/hierarchy2"/>
    <dgm:cxn modelId="{835F1BAF-D27C-4D50-962B-EA9E96604B27}" type="presParOf" srcId="{77BD34D6-4653-4AFF-A326-16E718A61C26}" destId="{3289C01B-D968-43AA-AF69-6FDFBFAD53C5}" srcOrd="1" destOrd="0" presId="urn:microsoft.com/office/officeart/2005/8/layout/hierarchy2"/>
    <dgm:cxn modelId="{2D944247-1F94-44BF-9174-5FD435CCD383}" type="presParOf" srcId="{3289C01B-D968-43AA-AF69-6FDFBFAD53C5}" destId="{A34E1A0B-E25E-4C0E-BFE8-A0F518799AEA}" srcOrd="0" destOrd="0" presId="urn:microsoft.com/office/officeart/2005/8/layout/hierarchy2"/>
    <dgm:cxn modelId="{E6EA2F0B-BDCF-4B9D-82F1-5052E705D697}" type="presParOf" srcId="{3289C01B-D968-43AA-AF69-6FDFBFAD53C5}" destId="{8891B6AB-03E6-4EB9-9811-ADED014C6FF5}" srcOrd="1" destOrd="0" presId="urn:microsoft.com/office/officeart/2005/8/layout/hierarchy2"/>
    <dgm:cxn modelId="{A9F4BEC7-658A-4B73-BF0C-01264FFE9C18}" type="presParOf" srcId="{8891B6AB-03E6-4EB9-9811-ADED014C6FF5}" destId="{2E39AB4D-C413-4F9F-B131-29049683F4AB}" srcOrd="0" destOrd="0" presId="urn:microsoft.com/office/officeart/2005/8/layout/hierarchy2"/>
    <dgm:cxn modelId="{8481BDE1-E34F-44BC-9C1E-F205D090852B}" type="presParOf" srcId="{2E39AB4D-C413-4F9F-B131-29049683F4AB}" destId="{30167790-D8CF-4A6E-AEB9-74A94BCFBA63}" srcOrd="0" destOrd="0" presId="urn:microsoft.com/office/officeart/2005/8/layout/hierarchy2"/>
    <dgm:cxn modelId="{04B18E61-9590-481B-B06A-CAF9A8641464}" type="presParOf" srcId="{8891B6AB-03E6-4EB9-9811-ADED014C6FF5}" destId="{40D28F29-A165-43AF-9D01-88EB704E79BC}" srcOrd="1" destOrd="0" presId="urn:microsoft.com/office/officeart/2005/8/layout/hierarchy2"/>
    <dgm:cxn modelId="{072DE078-50C8-4EA6-BA69-0EA279DB4569}" type="presParOf" srcId="{40D28F29-A165-43AF-9D01-88EB704E79BC}" destId="{5D174761-B9F5-4373-94A3-4173BA5088FF}" srcOrd="0" destOrd="0" presId="urn:microsoft.com/office/officeart/2005/8/layout/hierarchy2"/>
    <dgm:cxn modelId="{B6ECEFDC-3D9E-4ECB-BA7B-935D7F86D867}" type="presParOf" srcId="{40D28F29-A165-43AF-9D01-88EB704E79BC}" destId="{FEA25486-0B1B-4F3B-B05C-13B19724C2DC}" srcOrd="1" destOrd="0" presId="urn:microsoft.com/office/officeart/2005/8/layout/hierarchy2"/>
    <dgm:cxn modelId="{2D5DBA10-27BA-4194-865D-C0734202EC6B}" type="presParOf" srcId="{FEA25486-0B1B-4F3B-B05C-13B19724C2DC}" destId="{8D3D5C7E-AEE6-4D97-B8CE-4A3D3181085E}" srcOrd="0" destOrd="0" presId="urn:microsoft.com/office/officeart/2005/8/layout/hierarchy2"/>
    <dgm:cxn modelId="{2E633780-BCC1-43ED-956C-BD59FF205954}" type="presParOf" srcId="{8D3D5C7E-AEE6-4D97-B8CE-4A3D3181085E}" destId="{2A6BE004-D64F-444F-8DF1-34578F47CF69}" srcOrd="0" destOrd="0" presId="urn:microsoft.com/office/officeart/2005/8/layout/hierarchy2"/>
    <dgm:cxn modelId="{D97E59E0-7B5B-497D-83A0-A3D08A25FC89}" type="presParOf" srcId="{FEA25486-0B1B-4F3B-B05C-13B19724C2DC}" destId="{63460367-806F-4D07-90A8-BB1E2D6BBF29}" srcOrd="1" destOrd="0" presId="urn:microsoft.com/office/officeart/2005/8/layout/hierarchy2"/>
    <dgm:cxn modelId="{2D4798C3-E7D1-4386-9494-113765CB7E0E}" type="presParOf" srcId="{63460367-806F-4D07-90A8-BB1E2D6BBF29}" destId="{193E1507-74E0-4005-AFAC-AA2CFA88B004}" srcOrd="0" destOrd="0" presId="urn:microsoft.com/office/officeart/2005/8/layout/hierarchy2"/>
    <dgm:cxn modelId="{D1688DB0-6A76-46D5-82AF-9EF271EE2F2E}" type="presParOf" srcId="{63460367-806F-4D07-90A8-BB1E2D6BBF29}" destId="{EF556BEA-E632-4D4B-8651-541A547862F9}" srcOrd="1" destOrd="0" presId="urn:microsoft.com/office/officeart/2005/8/layout/hierarchy2"/>
    <dgm:cxn modelId="{E120CC4C-539E-4B7E-A64B-972131C422EC}" type="presParOf" srcId="{EF556BEA-E632-4D4B-8651-541A547862F9}" destId="{75EE3BE2-56DC-4DA7-B474-7B1C6564CC80}" srcOrd="0" destOrd="0" presId="urn:microsoft.com/office/officeart/2005/8/layout/hierarchy2"/>
    <dgm:cxn modelId="{D1380BF1-2B1B-4117-82BF-6A6B3EB709D1}" type="presParOf" srcId="{75EE3BE2-56DC-4DA7-B474-7B1C6564CC80}" destId="{E672F994-91AA-47B5-84F8-01DFC932A2A1}" srcOrd="0" destOrd="0" presId="urn:microsoft.com/office/officeart/2005/8/layout/hierarchy2"/>
    <dgm:cxn modelId="{2E78757D-D922-4114-A06D-32D26E495A4D}" type="presParOf" srcId="{EF556BEA-E632-4D4B-8651-541A547862F9}" destId="{0811757F-882F-41B3-9A26-DADEAE602427}" srcOrd="1" destOrd="0" presId="urn:microsoft.com/office/officeart/2005/8/layout/hierarchy2"/>
    <dgm:cxn modelId="{DC76313E-A475-4C2B-BF1B-537EB9FFC245}" type="presParOf" srcId="{0811757F-882F-41B3-9A26-DADEAE602427}" destId="{DDA5781D-2379-4961-9364-66BAB442C062}" srcOrd="0" destOrd="0" presId="urn:microsoft.com/office/officeart/2005/8/layout/hierarchy2"/>
    <dgm:cxn modelId="{C17660DB-3FEF-4428-A056-2B4F478B3121}" type="presParOf" srcId="{0811757F-882F-41B3-9A26-DADEAE602427}" destId="{1CDE31AB-2FB8-45E2-9DF3-AED7E07497A8}" srcOrd="1" destOrd="0" presId="urn:microsoft.com/office/officeart/2005/8/layout/hierarchy2"/>
    <dgm:cxn modelId="{67904A81-F714-47D8-9BEE-30927A78A839}" type="presParOf" srcId="{EE11D300-FB91-42B2-AF93-C69886519366}" destId="{F54580D2-05CF-48BD-BCB6-4D25DFB1FDCF}" srcOrd="2" destOrd="0" presId="urn:microsoft.com/office/officeart/2005/8/layout/hierarchy2"/>
    <dgm:cxn modelId="{872F6EE9-3581-41EC-8992-1B0C903C4539}" type="presParOf" srcId="{F54580D2-05CF-48BD-BCB6-4D25DFB1FDCF}" destId="{4F1246CF-9BD2-4737-A008-599022D46797}" srcOrd="0" destOrd="0" presId="urn:microsoft.com/office/officeart/2005/8/layout/hierarchy2"/>
    <dgm:cxn modelId="{EB84140A-C6DB-480D-8CE6-65EE64378B35}" type="presParOf" srcId="{EE11D300-FB91-42B2-AF93-C69886519366}" destId="{B95F51D9-B18D-4A97-A2A9-AF8C5C4F1C6A}" srcOrd="3" destOrd="0" presId="urn:microsoft.com/office/officeart/2005/8/layout/hierarchy2"/>
    <dgm:cxn modelId="{22A9D46F-782F-4B19-B075-BE2F051733E0}" type="presParOf" srcId="{B95F51D9-B18D-4A97-A2A9-AF8C5C4F1C6A}" destId="{F34E412C-B428-4185-BA8C-6D0F02C8E2E8}" srcOrd="0" destOrd="0" presId="urn:microsoft.com/office/officeart/2005/8/layout/hierarchy2"/>
    <dgm:cxn modelId="{F6AE980F-7BAF-4DFA-946C-11105A8B59C9}" type="presParOf" srcId="{B95F51D9-B18D-4A97-A2A9-AF8C5C4F1C6A}" destId="{C79AB629-880B-48EE-A4D4-0988DB3EAE98}" srcOrd="1" destOrd="0" presId="urn:microsoft.com/office/officeart/2005/8/layout/hierarchy2"/>
    <dgm:cxn modelId="{AEB3395C-8759-4E08-A7AD-131153662A95}" type="presParOf" srcId="{C79AB629-880B-48EE-A4D4-0988DB3EAE98}" destId="{CC0C8873-4368-4C71-A14D-B620FF86FAE5}" srcOrd="0" destOrd="0" presId="urn:microsoft.com/office/officeart/2005/8/layout/hierarchy2"/>
    <dgm:cxn modelId="{6CFC31B8-4127-4B0C-8205-2B1E53826690}" type="presParOf" srcId="{CC0C8873-4368-4C71-A14D-B620FF86FAE5}" destId="{C792A1CA-9363-4348-AFA2-953A03B3F341}" srcOrd="0" destOrd="0" presId="urn:microsoft.com/office/officeart/2005/8/layout/hierarchy2"/>
    <dgm:cxn modelId="{66A233A7-6206-49A0-94FC-B8D3349D9FE6}" type="presParOf" srcId="{C79AB629-880B-48EE-A4D4-0988DB3EAE98}" destId="{9BEF3F81-79D0-4707-B165-886F94A5A819}" srcOrd="1" destOrd="0" presId="urn:microsoft.com/office/officeart/2005/8/layout/hierarchy2"/>
    <dgm:cxn modelId="{822E1C77-4D00-444D-BF49-4B37B4257992}" type="presParOf" srcId="{9BEF3F81-79D0-4707-B165-886F94A5A819}" destId="{09E684D6-24E4-40D0-AC35-D1583D184316}" srcOrd="0" destOrd="0" presId="urn:microsoft.com/office/officeart/2005/8/layout/hierarchy2"/>
    <dgm:cxn modelId="{6C9B7BD5-ECB8-401D-8D7D-2AE9EBBBE0B8}" type="presParOf" srcId="{9BEF3F81-79D0-4707-B165-886F94A5A819}" destId="{4D2F2FD9-E5D2-4475-B45D-FECED86736E3}" srcOrd="1" destOrd="0" presId="urn:microsoft.com/office/officeart/2005/8/layout/hierarchy2"/>
    <dgm:cxn modelId="{EA57892A-FEC7-48C2-9B9C-486A2A3FF9F7}" type="presParOf" srcId="{4D2F2FD9-E5D2-4475-B45D-FECED86736E3}" destId="{18367A81-3FF6-4140-88F1-53A688C7EEF7}" srcOrd="0" destOrd="0" presId="urn:microsoft.com/office/officeart/2005/8/layout/hierarchy2"/>
    <dgm:cxn modelId="{FA5509E0-C1D6-4180-8653-AFE0C25DBEC6}" type="presParOf" srcId="{18367A81-3FF6-4140-88F1-53A688C7EEF7}" destId="{F48F5BD6-DB6E-471E-B260-C8EE492DAF2C}" srcOrd="0" destOrd="0" presId="urn:microsoft.com/office/officeart/2005/8/layout/hierarchy2"/>
    <dgm:cxn modelId="{5CF2F38E-3DB6-4A3F-83D8-5C0D9BB4FBDE}" type="presParOf" srcId="{4D2F2FD9-E5D2-4475-B45D-FECED86736E3}" destId="{8CA56137-273D-4E92-8021-218395BC6241}" srcOrd="1" destOrd="0" presId="urn:microsoft.com/office/officeart/2005/8/layout/hierarchy2"/>
    <dgm:cxn modelId="{BEA76110-8E7E-46BD-AE82-214CA36969E5}" type="presParOf" srcId="{8CA56137-273D-4E92-8021-218395BC6241}" destId="{B54B342F-4058-4381-A87C-F809DC694490}" srcOrd="0" destOrd="0" presId="urn:microsoft.com/office/officeart/2005/8/layout/hierarchy2"/>
    <dgm:cxn modelId="{B9EB2FA2-B2E6-411C-B37A-5F63FA3D956A}" type="presParOf" srcId="{8CA56137-273D-4E92-8021-218395BC6241}" destId="{D656283A-B868-4CE4-BECC-415A197D3DFD}" srcOrd="1" destOrd="0" presId="urn:microsoft.com/office/officeart/2005/8/layout/hierarchy2"/>
    <dgm:cxn modelId="{338FE7CF-BA57-4FC4-9F05-8A8FDFCC7F53}" type="presParOf" srcId="{D656283A-B868-4CE4-BECC-415A197D3DFD}" destId="{E80A9E59-D8EA-4536-8D4A-05D43284E65E}" srcOrd="0" destOrd="0" presId="urn:microsoft.com/office/officeart/2005/8/layout/hierarchy2"/>
    <dgm:cxn modelId="{14792D55-880D-4E3B-A722-7DC0B7DF95E4}" type="presParOf" srcId="{E80A9E59-D8EA-4536-8D4A-05D43284E65E}" destId="{2AC85E7F-E95A-4B84-9967-864C9FB13305}" srcOrd="0" destOrd="0" presId="urn:microsoft.com/office/officeart/2005/8/layout/hierarchy2"/>
    <dgm:cxn modelId="{93524CDC-5777-4DF1-8CFF-42FCAC782B16}" type="presParOf" srcId="{D656283A-B868-4CE4-BECC-415A197D3DFD}" destId="{EDE0810C-B06A-492A-8D78-9A731656AB06}" srcOrd="1" destOrd="0" presId="urn:microsoft.com/office/officeart/2005/8/layout/hierarchy2"/>
    <dgm:cxn modelId="{47E77465-DFA1-42FE-8EA2-A016BA49013F}" type="presParOf" srcId="{EDE0810C-B06A-492A-8D78-9A731656AB06}" destId="{478F67D9-482D-41EB-A6DB-A5E660ADC0E1}" srcOrd="0" destOrd="0" presId="urn:microsoft.com/office/officeart/2005/8/layout/hierarchy2"/>
    <dgm:cxn modelId="{BA77D948-9952-4AD6-809F-1F058DC3617E}" type="presParOf" srcId="{EDE0810C-B06A-492A-8D78-9A731656AB06}" destId="{56B58755-2B86-4391-98A0-2959756BA509}" srcOrd="1" destOrd="0" presId="urn:microsoft.com/office/officeart/2005/8/layout/hierarchy2"/>
    <dgm:cxn modelId="{4C51D2BA-93FF-4E96-A2FB-2F7408027C31}" type="presParOf" srcId="{56B58755-2B86-4391-98A0-2959756BA509}" destId="{7CBB7AAD-5A9D-4BAB-AF85-F7779D4FE441}" srcOrd="0" destOrd="0" presId="urn:microsoft.com/office/officeart/2005/8/layout/hierarchy2"/>
    <dgm:cxn modelId="{663F3AFB-A5C0-4813-BEDD-0A554809E9FE}" type="presParOf" srcId="{7CBB7AAD-5A9D-4BAB-AF85-F7779D4FE441}" destId="{83FFD8F9-30FA-4319-BE48-C57E1063CF1C}" srcOrd="0" destOrd="0" presId="urn:microsoft.com/office/officeart/2005/8/layout/hierarchy2"/>
    <dgm:cxn modelId="{EB6C8707-766A-4640-B02C-83561674DEB7}" type="presParOf" srcId="{56B58755-2B86-4391-98A0-2959756BA509}" destId="{9068090B-696E-4FEF-AFEF-FCC23E16C9DE}" srcOrd="1" destOrd="0" presId="urn:microsoft.com/office/officeart/2005/8/layout/hierarchy2"/>
    <dgm:cxn modelId="{A13482BA-659E-4936-9790-B88793743F03}" type="presParOf" srcId="{9068090B-696E-4FEF-AFEF-FCC23E16C9DE}" destId="{90717B44-C385-4C77-9B0C-E490A268078B}" srcOrd="0" destOrd="0" presId="urn:microsoft.com/office/officeart/2005/8/layout/hierarchy2"/>
    <dgm:cxn modelId="{94328996-674B-450B-AC63-9AD7B7AC3B72}" type="presParOf" srcId="{9068090B-696E-4FEF-AFEF-FCC23E16C9DE}" destId="{608459AF-6C96-4854-B30B-479472EA7DA9}" srcOrd="1" destOrd="0" presId="urn:microsoft.com/office/officeart/2005/8/layout/hierarchy2"/>
    <dgm:cxn modelId="{91F39A23-CD9E-49F7-BEB5-72C03F32AEA1}" type="presParOf" srcId="{EE11D300-FB91-42B2-AF93-C69886519366}" destId="{E9BAE295-DEBC-455B-A16F-FEF2FC421F89}" srcOrd="4" destOrd="0" presId="urn:microsoft.com/office/officeart/2005/8/layout/hierarchy2"/>
    <dgm:cxn modelId="{75983748-9581-46AD-A4F5-CD1F8C0CC072}" type="presParOf" srcId="{E9BAE295-DEBC-455B-A16F-FEF2FC421F89}" destId="{11507B69-30AC-48A1-B7AE-09EF31D4F9B3}" srcOrd="0" destOrd="0" presId="urn:microsoft.com/office/officeart/2005/8/layout/hierarchy2"/>
    <dgm:cxn modelId="{A98B0DEA-9C23-4A01-A405-B88BD69A72BF}" type="presParOf" srcId="{EE11D300-FB91-42B2-AF93-C69886519366}" destId="{97DAC34B-2B08-4F06-879F-BF4ADB962D91}" srcOrd="5" destOrd="0" presId="urn:microsoft.com/office/officeart/2005/8/layout/hierarchy2"/>
    <dgm:cxn modelId="{48F2FAF9-63DC-4462-8DF6-E4988306A4F7}" type="presParOf" srcId="{97DAC34B-2B08-4F06-879F-BF4ADB962D91}" destId="{B68F16A3-B365-4DA7-A0DB-50C0D7526535}" srcOrd="0" destOrd="0" presId="urn:microsoft.com/office/officeart/2005/8/layout/hierarchy2"/>
    <dgm:cxn modelId="{8E29FF8D-45A7-4699-8E48-30D7FF9DCD22}" type="presParOf" srcId="{97DAC34B-2B08-4F06-879F-BF4ADB962D91}" destId="{A652D313-E857-4B04-A48B-57AE8C36DFC4}" srcOrd="1" destOrd="0" presId="urn:microsoft.com/office/officeart/2005/8/layout/hierarchy2"/>
    <dgm:cxn modelId="{F32780E6-98D3-4B28-BEEF-8898D75AADAE}" type="presParOf" srcId="{A652D313-E857-4B04-A48B-57AE8C36DFC4}" destId="{4B86F1D6-F376-4126-B541-08EA381270EC}" srcOrd="0" destOrd="0" presId="urn:microsoft.com/office/officeart/2005/8/layout/hierarchy2"/>
    <dgm:cxn modelId="{70155F88-E5E8-43C1-8DD3-A41828851918}" type="presParOf" srcId="{4B86F1D6-F376-4126-B541-08EA381270EC}" destId="{2312EEA5-C79E-438F-8A53-6B1EE9A69D1E}" srcOrd="0" destOrd="0" presId="urn:microsoft.com/office/officeart/2005/8/layout/hierarchy2"/>
    <dgm:cxn modelId="{F599F981-4204-41C8-B15F-3CE8B3630355}" type="presParOf" srcId="{A652D313-E857-4B04-A48B-57AE8C36DFC4}" destId="{96485D5D-79FD-49CA-8ED0-B0FEE32CFBDC}" srcOrd="1" destOrd="0" presId="urn:microsoft.com/office/officeart/2005/8/layout/hierarchy2"/>
    <dgm:cxn modelId="{990C4421-741E-4374-B357-4F019F84DDC7}" type="presParOf" srcId="{96485D5D-79FD-49CA-8ED0-B0FEE32CFBDC}" destId="{BCA81231-D517-457B-BA69-018F38782763}" srcOrd="0" destOrd="0" presId="urn:microsoft.com/office/officeart/2005/8/layout/hierarchy2"/>
    <dgm:cxn modelId="{B500D632-E04A-4E92-9DD4-964D30255802}" type="presParOf" srcId="{96485D5D-79FD-49CA-8ED0-B0FEE32CFBDC}" destId="{88AE021E-8A0F-4FA6-9B2A-D11F108AA5EB}" srcOrd="1" destOrd="0" presId="urn:microsoft.com/office/officeart/2005/8/layout/hierarchy2"/>
    <dgm:cxn modelId="{7775381E-44A9-4F85-A4FB-9C3C53DC08B1}" type="presParOf" srcId="{88AE021E-8A0F-4FA6-9B2A-D11F108AA5EB}" destId="{68E5DE6B-5081-4C35-A37F-9E54B00B28A6}" srcOrd="0" destOrd="0" presId="urn:microsoft.com/office/officeart/2005/8/layout/hierarchy2"/>
    <dgm:cxn modelId="{8B47D2B4-3A4B-497F-83DC-3D921897FCCF}" type="presParOf" srcId="{68E5DE6B-5081-4C35-A37F-9E54B00B28A6}" destId="{873979EE-62D2-4438-A259-0A2A81F1FBED}" srcOrd="0" destOrd="0" presId="urn:microsoft.com/office/officeart/2005/8/layout/hierarchy2"/>
    <dgm:cxn modelId="{706296B0-AB49-4586-B7C3-223F011EF0CB}" type="presParOf" srcId="{88AE021E-8A0F-4FA6-9B2A-D11F108AA5EB}" destId="{3C68A41D-F6D8-4716-83C4-7C736DC273A2}" srcOrd="1" destOrd="0" presId="urn:microsoft.com/office/officeart/2005/8/layout/hierarchy2"/>
    <dgm:cxn modelId="{7F0A3FF7-1D7D-4A70-9764-FB172400687E}" type="presParOf" srcId="{3C68A41D-F6D8-4716-83C4-7C736DC273A2}" destId="{32111A26-C3F3-4A30-A81D-3A12686099CF}" srcOrd="0" destOrd="0" presId="urn:microsoft.com/office/officeart/2005/8/layout/hierarchy2"/>
    <dgm:cxn modelId="{82A3CB26-055B-4838-98D5-D5C9339CC067}" type="presParOf" srcId="{3C68A41D-F6D8-4716-83C4-7C736DC273A2}" destId="{EAE16216-850C-44CD-A438-C782D8F24790}" srcOrd="1" destOrd="0" presId="urn:microsoft.com/office/officeart/2005/8/layout/hierarchy2"/>
    <dgm:cxn modelId="{136D35A5-1169-4DCF-915E-0D2A8C8793B3}" type="presParOf" srcId="{EAE16216-850C-44CD-A438-C782D8F24790}" destId="{9129BF3A-732E-4B88-B877-98060695B41F}" srcOrd="0" destOrd="0" presId="urn:microsoft.com/office/officeart/2005/8/layout/hierarchy2"/>
    <dgm:cxn modelId="{BAEDA933-71B6-4E6E-8923-66CE7EFA8F8B}" type="presParOf" srcId="{9129BF3A-732E-4B88-B877-98060695B41F}" destId="{E036A344-6FD3-40FA-A0FB-C0E91BAB4F13}" srcOrd="0" destOrd="0" presId="urn:microsoft.com/office/officeart/2005/8/layout/hierarchy2"/>
    <dgm:cxn modelId="{5FB15B19-DAF8-4AC0-9038-F6DFC5A3F0B0}" type="presParOf" srcId="{EAE16216-850C-44CD-A438-C782D8F24790}" destId="{0799CC35-EA8A-4446-970A-E60956B0F5D7}" srcOrd="1" destOrd="0" presId="urn:microsoft.com/office/officeart/2005/8/layout/hierarchy2"/>
    <dgm:cxn modelId="{E20EC27A-9C96-4A54-90FC-B746AFEC0D0B}" type="presParOf" srcId="{0799CC35-EA8A-4446-970A-E60956B0F5D7}" destId="{5F48C2A9-1743-4C13-A5FE-B75547D04C87}" srcOrd="0" destOrd="0" presId="urn:microsoft.com/office/officeart/2005/8/layout/hierarchy2"/>
    <dgm:cxn modelId="{C0DF979C-548C-45AC-B422-96379E74485D}" type="presParOf" srcId="{0799CC35-EA8A-4446-970A-E60956B0F5D7}" destId="{680E7703-25EC-46A8-87B4-C53DA13816DF}" srcOrd="1" destOrd="0" presId="urn:microsoft.com/office/officeart/2005/8/layout/hierarchy2"/>
    <dgm:cxn modelId="{AFFEB962-E3C4-48F4-97AA-5CB92BD48D6C}" type="presParOf" srcId="{680E7703-25EC-46A8-87B4-C53DA13816DF}" destId="{E310C904-B295-4905-8448-FCC192E7F863}" srcOrd="0" destOrd="0" presId="urn:microsoft.com/office/officeart/2005/8/layout/hierarchy2"/>
    <dgm:cxn modelId="{4AC88E2A-9138-4868-AECD-A7ED33C79218}" type="presParOf" srcId="{E310C904-B295-4905-8448-FCC192E7F863}" destId="{11262057-F994-467B-910E-0DAF1040E0A7}" srcOrd="0" destOrd="0" presId="urn:microsoft.com/office/officeart/2005/8/layout/hierarchy2"/>
    <dgm:cxn modelId="{5C85106C-2693-4801-97CD-D379CAB8CECA}" type="presParOf" srcId="{680E7703-25EC-46A8-87B4-C53DA13816DF}" destId="{515CBB6A-B442-4CCE-AAA7-FDCDF8474756}" srcOrd="1" destOrd="0" presId="urn:microsoft.com/office/officeart/2005/8/layout/hierarchy2"/>
    <dgm:cxn modelId="{128C34F8-7898-4361-86CF-E7CF05289623}" type="presParOf" srcId="{515CBB6A-B442-4CCE-AAA7-FDCDF8474756}" destId="{DC5B42F3-4F67-49D0-9D49-55A9008F0B50}" srcOrd="0" destOrd="0" presId="urn:microsoft.com/office/officeart/2005/8/layout/hierarchy2"/>
    <dgm:cxn modelId="{CB78DB38-137E-43CC-8E1A-1E2DEF62CAAB}" type="presParOf" srcId="{515CBB6A-B442-4CCE-AAA7-FDCDF8474756}" destId="{15BB5916-7C40-4A7F-9506-CB5A25F43B57}" srcOrd="1" destOrd="0" presId="urn:microsoft.com/office/officeart/2005/8/layout/hierarchy2"/>
    <dgm:cxn modelId="{2FD60714-3BCC-46D4-B7DE-6BD2ED104B99}" type="presParOf" srcId="{EE11D300-FB91-42B2-AF93-C69886519366}" destId="{24238CA2-110A-4897-8083-EBF6F3940FFB}" srcOrd="6" destOrd="0" presId="urn:microsoft.com/office/officeart/2005/8/layout/hierarchy2"/>
    <dgm:cxn modelId="{7FD76DC0-8354-449F-ADE5-78363DE20831}" type="presParOf" srcId="{24238CA2-110A-4897-8083-EBF6F3940FFB}" destId="{F9CFDBD1-8039-4F9B-9FB6-8A99C0601032}" srcOrd="0" destOrd="0" presId="urn:microsoft.com/office/officeart/2005/8/layout/hierarchy2"/>
    <dgm:cxn modelId="{9205504A-32B6-4249-AA0B-A0411CF5349C}" type="presParOf" srcId="{EE11D300-FB91-42B2-AF93-C69886519366}" destId="{FDC4BCC3-BF03-4753-8E84-B020009EEE3F}" srcOrd="7" destOrd="0" presId="urn:microsoft.com/office/officeart/2005/8/layout/hierarchy2"/>
    <dgm:cxn modelId="{6648EA3B-780B-416F-92F7-F34E026124E5}" type="presParOf" srcId="{FDC4BCC3-BF03-4753-8E84-B020009EEE3F}" destId="{901190A5-B5D3-4E6B-A690-DF8D5382FB87}" srcOrd="0" destOrd="0" presId="urn:microsoft.com/office/officeart/2005/8/layout/hierarchy2"/>
    <dgm:cxn modelId="{1796D7A3-C3FA-4D48-B631-D63831123463}" type="presParOf" srcId="{FDC4BCC3-BF03-4753-8E84-B020009EEE3F}" destId="{E0122691-7555-4056-9C05-6C5318A5682D}" srcOrd="1" destOrd="0" presId="urn:microsoft.com/office/officeart/2005/8/layout/hierarchy2"/>
    <dgm:cxn modelId="{03FE8EC3-6A17-4325-B0A6-7BE124DA389A}" type="presParOf" srcId="{E0122691-7555-4056-9C05-6C5318A5682D}" destId="{9E83B7BE-7036-437C-B1C8-D022CDFF2ADC}" srcOrd="0" destOrd="0" presId="urn:microsoft.com/office/officeart/2005/8/layout/hierarchy2"/>
    <dgm:cxn modelId="{97AE4B25-93B1-4971-AAC3-6B73C3190772}" type="presParOf" srcId="{9E83B7BE-7036-437C-B1C8-D022CDFF2ADC}" destId="{1D07DCD3-81C5-4716-868E-0ACC2807D531}" srcOrd="0" destOrd="0" presId="urn:microsoft.com/office/officeart/2005/8/layout/hierarchy2"/>
    <dgm:cxn modelId="{AE06BB34-5234-4E20-844A-7C0A105700DD}" type="presParOf" srcId="{E0122691-7555-4056-9C05-6C5318A5682D}" destId="{10E8A47C-27F6-4096-A31E-F785C02F06E0}" srcOrd="1" destOrd="0" presId="urn:microsoft.com/office/officeart/2005/8/layout/hierarchy2"/>
    <dgm:cxn modelId="{4B175115-9071-4F64-9D82-5627DC6D47FB}" type="presParOf" srcId="{10E8A47C-27F6-4096-A31E-F785C02F06E0}" destId="{795A990A-0358-40F0-9A22-EBB094EC8568}" srcOrd="0" destOrd="0" presId="urn:microsoft.com/office/officeart/2005/8/layout/hierarchy2"/>
    <dgm:cxn modelId="{4B08DA33-66FD-434C-A61C-14AF2A95545E}" type="presParOf" srcId="{10E8A47C-27F6-4096-A31E-F785C02F06E0}" destId="{79F34E0D-188A-43E5-A410-0175ACEEF776}" srcOrd="1" destOrd="0" presId="urn:microsoft.com/office/officeart/2005/8/layout/hierarchy2"/>
    <dgm:cxn modelId="{34B7F287-38F7-4A2A-9168-306BCAF2ABEC}" type="presParOf" srcId="{79F34E0D-188A-43E5-A410-0175ACEEF776}" destId="{FEAD7668-D25E-4273-BCD7-0EE3C802BCA8}" srcOrd="0" destOrd="0" presId="urn:microsoft.com/office/officeart/2005/8/layout/hierarchy2"/>
    <dgm:cxn modelId="{B07CCF31-6C64-4D89-9427-240568CB8641}" type="presParOf" srcId="{FEAD7668-D25E-4273-BCD7-0EE3C802BCA8}" destId="{EDB264AA-BF5B-4B4B-BE6E-9FE84AAB063F}" srcOrd="0" destOrd="0" presId="urn:microsoft.com/office/officeart/2005/8/layout/hierarchy2"/>
    <dgm:cxn modelId="{7EAC58B6-3075-4676-879E-877DDEE7BF96}" type="presParOf" srcId="{79F34E0D-188A-43E5-A410-0175ACEEF776}" destId="{AD688993-E073-47D0-B8E0-FA4061FA6B0A}" srcOrd="1" destOrd="0" presId="urn:microsoft.com/office/officeart/2005/8/layout/hierarchy2"/>
    <dgm:cxn modelId="{23A25652-D36B-4340-BE22-38EBB90DF789}" type="presParOf" srcId="{AD688993-E073-47D0-B8E0-FA4061FA6B0A}" destId="{87253E76-124F-4426-A088-41481F1BB359}" srcOrd="0" destOrd="0" presId="urn:microsoft.com/office/officeart/2005/8/layout/hierarchy2"/>
    <dgm:cxn modelId="{1E121156-B7F9-4FEF-A834-A1258A19A96F}" type="presParOf" srcId="{AD688993-E073-47D0-B8E0-FA4061FA6B0A}" destId="{4D27AB97-A147-4719-80E8-A4C464AE4E82}" srcOrd="1" destOrd="0" presId="urn:microsoft.com/office/officeart/2005/8/layout/hierarchy2"/>
    <dgm:cxn modelId="{17407E77-7947-4F5A-A936-F1481736D417}" type="presParOf" srcId="{4D27AB97-A147-4719-80E8-A4C464AE4E82}" destId="{7D473827-5661-4327-B788-CBA55B684E17}" srcOrd="0" destOrd="0" presId="urn:microsoft.com/office/officeart/2005/8/layout/hierarchy2"/>
    <dgm:cxn modelId="{69C22545-72F4-405B-9DA3-9AA773A21CD2}" type="presParOf" srcId="{7D473827-5661-4327-B788-CBA55B684E17}" destId="{B8DB13BA-D2F0-469E-96C7-D8966C8445C8}" srcOrd="0" destOrd="0" presId="urn:microsoft.com/office/officeart/2005/8/layout/hierarchy2"/>
    <dgm:cxn modelId="{49AAFD2A-F610-43BA-8A2E-92F6496B66DC}" type="presParOf" srcId="{4D27AB97-A147-4719-80E8-A4C464AE4E82}" destId="{A0BFBD6F-FBF6-4C6A-B3B0-A9B43905C861}" srcOrd="1" destOrd="0" presId="urn:microsoft.com/office/officeart/2005/8/layout/hierarchy2"/>
    <dgm:cxn modelId="{5C082206-F5EA-40BA-B200-80B161C460FA}" type="presParOf" srcId="{A0BFBD6F-FBF6-4C6A-B3B0-A9B43905C861}" destId="{B9356D8F-32D6-40D4-9BE6-E5F6903D6CC9}" srcOrd="0" destOrd="0" presId="urn:microsoft.com/office/officeart/2005/8/layout/hierarchy2"/>
    <dgm:cxn modelId="{475BB6A7-6200-42E2-BF92-8AF4DE609DBD}" type="presParOf" srcId="{A0BFBD6F-FBF6-4C6A-B3B0-A9B43905C861}" destId="{B37046AE-7A06-41EF-92AD-8AD4F40376B8}" srcOrd="1" destOrd="0" presId="urn:microsoft.com/office/officeart/2005/8/layout/hierarchy2"/>
    <dgm:cxn modelId="{DB017629-0D9F-42BF-A9B3-0B6B0F315F46}" type="presParOf" srcId="{B37046AE-7A06-41EF-92AD-8AD4F40376B8}" destId="{F9C7AC9B-FBAF-4E37-A607-0FF91034F564}" srcOrd="0" destOrd="0" presId="urn:microsoft.com/office/officeart/2005/8/layout/hierarchy2"/>
    <dgm:cxn modelId="{550EEBDB-30F5-45E5-90A8-07DDF4C147D1}" type="presParOf" srcId="{F9C7AC9B-FBAF-4E37-A607-0FF91034F564}" destId="{4EC1CCF1-3F8D-48F6-801F-666F3C719526}" srcOrd="0" destOrd="0" presId="urn:microsoft.com/office/officeart/2005/8/layout/hierarchy2"/>
    <dgm:cxn modelId="{72EA2619-282E-4B96-A148-E2AF6955D4CD}" type="presParOf" srcId="{B37046AE-7A06-41EF-92AD-8AD4F40376B8}" destId="{0D5C163F-6650-4AE0-B9BA-D94B4D5A5DCA}" srcOrd="1" destOrd="0" presId="urn:microsoft.com/office/officeart/2005/8/layout/hierarchy2"/>
    <dgm:cxn modelId="{3A3762A2-96A4-48A4-BE08-41E603EDB28B}" type="presParOf" srcId="{0D5C163F-6650-4AE0-B9BA-D94B4D5A5DCA}" destId="{BDF0E233-439A-44B2-9243-AA5F658EB1DC}" srcOrd="0" destOrd="0" presId="urn:microsoft.com/office/officeart/2005/8/layout/hierarchy2"/>
    <dgm:cxn modelId="{AA6A9EBD-8465-4E73-BDA9-7C1D635BF116}" type="presParOf" srcId="{0D5C163F-6650-4AE0-B9BA-D94B4D5A5DCA}" destId="{38D5A58E-8EF6-41D0-BA82-CBECDCB25488}" srcOrd="1" destOrd="0" presId="urn:microsoft.com/office/officeart/2005/8/layout/hierarchy2"/>
    <dgm:cxn modelId="{AC139960-A942-4701-973B-2B18DAF517B8}" type="presParOf" srcId="{EE11D300-FB91-42B2-AF93-C69886519366}" destId="{6F7F0DAC-0E76-4FFE-BD2B-4D21DD7B2CB1}" srcOrd="8" destOrd="0" presId="urn:microsoft.com/office/officeart/2005/8/layout/hierarchy2"/>
    <dgm:cxn modelId="{34A19139-2215-4811-AC43-2FCF13BFB089}" type="presParOf" srcId="{6F7F0DAC-0E76-4FFE-BD2B-4D21DD7B2CB1}" destId="{A48017B6-A325-4D7E-A6E0-DA6918EB0904}" srcOrd="0" destOrd="0" presId="urn:microsoft.com/office/officeart/2005/8/layout/hierarchy2"/>
    <dgm:cxn modelId="{7F3A20E2-0E0F-477F-8458-798EF11B1E33}" type="presParOf" srcId="{EE11D300-FB91-42B2-AF93-C69886519366}" destId="{51D96936-9251-4516-9CD2-6D3F14688702}" srcOrd="9" destOrd="0" presId="urn:microsoft.com/office/officeart/2005/8/layout/hierarchy2"/>
    <dgm:cxn modelId="{6DFC27D3-209B-434F-B821-AB729FE4FAB2}" type="presParOf" srcId="{51D96936-9251-4516-9CD2-6D3F14688702}" destId="{993F26C3-9BD7-40E0-8DA1-D2C958E7BA31}" srcOrd="0" destOrd="0" presId="urn:microsoft.com/office/officeart/2005/8/layout/hierarchy2"/>
    <dgm:cxn modelId="{003BACC5-99A9-4941-A6B3-E7F0E7B72387}" type="presParOf" srcId="{51D96936-9251-4516-9CD2-6D3F14688702}" destId="{41973045-171C-4760-9EFD-5C8B2A6194A9}" srcOrd="1" destOrd="0" presId="urn:microsoft.com/office/officeart/2005/8/layout/hierarchy2"/>
    <dgm:cxn modelId="{95A0E00D-AB6C-4441-A85D-68B45ECB0626}" type="presParOf" srcId="{41973045-171C-4760-9EFD-5C8B2A6194A9}" destId="{8F95E185-8E83-4B67-987F-5CF8CE643303}" srcOrd="0" destOrd="0" presId="urn:microsoft.com/office/officeart/2005/8/layout/hierarchy2"/>
    <dgm:cxn modelId="{2BEADF4F-7A91-4D11-A915-A5F1AF02E5A7}" type="presParOf" srcId="{8F95E185-8E83-4B67-987F-5CF8CE643303}" destId="{57BD9131-DC3E-463D-A418-E22D0AFE4454}" srcOrd="0" destOrd="0" presId="urn:microsoft.com/office/officeart/2005/8/layout/hierarchy2"/>
    <dgm:cxn modelId="{B614C265-C7CF-483C-AA00-400A4F00529D}" type="presParOf" srcId="{41973045-171C-4760-9EFD-5C8B2A6194A9}" destId="{DBFF8A66-F494-4B3D-9268-FC03A2688D57}" srcOrd="1" destOrd="0" presId="urn:microsoft.com/office/officeart/2005/8/layout/hierarchy2"/>
    <dgm:cxn modelId="{A57D62B2-3058-428E-9E53-51D71438C58A}" type="presParOf" srcId="{DBFF8A66-F494-4B3D-9268-FC03A2688D57}" destId="{E7EA8F95-ABF1-4692-A7DB-D7F1569514CB}" srcOrd="0" destOrd="0" presId="urn:microsoft.com/office/officeart/2005/8/layout/hierarchy2"/>
    <dgm:cxn modelId="{A10563CD-02E2-44B3-BB97-EE46A0B72225}" type="presParOf" srcId="{DBFF8A66-F494-4B3D-9268-FC03A2688D57}" destId="{1EC4B594-16B6-4241-B916-F6E40F573003}" srcOrd="1" destOrd="0" presId="urn:microsoft.com/office/officeart/2005/8/layout/hierarchy2"/>
    <dgm:cxn modelId="{A57BDEC8-63B4-4592-B1B2-DC3A3468490C}" type="presParOf" srcId="{1EC4B594-16B6-4241-B916-F6E40F573003}" destId="{9ECE648D-9B2C-4CD6-9229-31AB23C51CB2}" srcOrd="0" destOrd="0" presId="urn:microsoft.com/office/officeart/2005/8/layout/hierarchy2"/>
    <dgm:cxn modelId="{B9F2EAE9-5228-4B0C-A874-F13FECEBE00D}" type="presParOf" srcId="{9ECE648D-9B2C-4CD6-9229-31AB23C51CB2}" destId="{DAB21C76-B1FD-4A7C-ABF5-105435E66F74}" srcOrd="0" destOrd="0" presId="urn:microsoft.com/office/officeart/2005/8/layout/hierarchy2"/>
    <dgm:cxn modelId="{8E8273C0-D879-49B8-99B5-3BEBA5F70B01}" type="presParOf" srcId="{1EC4B594-16B6-4241-B916-F6E40F573003}" destId="{34C4C12F-0BAB-4C38-9C21-A70BA0398A3C}" srcOrd="1" destOrd="0" presId="urn:microsoft.com/office/officeart/2005/8/layout/hierarchy2"/>
    <dgm:cxn modelId="{B7F3E20D-3BAF-47FF-B424-0D30ACC48B01}" type="presParOf" srcId="{34C4C12F-0BAB-4C38-9C21-A70BA0398A3C}" destId="{0A259A28-5390-4595-A775-C2E2A400DAB4}" srcOrd="0" destOrd="0" presId="urn:microsoft.com/office/officeart/2005/8/layout/hierarchy2"/>
    <dgm:cxn modelId="{A1D2B5E2-FDE4-43A5-9281-DA9EAB3D153F}" type="presParOf" srcId="{34C4C12F-0BAB-4C38-9C21-A70BA0398A3C}" destId="{F89937B5-CE7C-4F15-B687-EF693D79233C}" srcOrd="1" destOrd="0" presId="urn:microsoft.com/office/officeart/2005/8/layout/hierarchy2"/>
    <dgm:cxn modelId="{ABAC137C-AF5C-4F05-B980-68F4EC3A98C0}" type="presParOf" srcId="{F89937B5-CE7C-4F15-B687-EF693D79233C}" destId="{7C185EC7-F3FF-4846-A11B-002AAA039ADC}" srcOrd="0" destOrd="0" presId="urn:microsoft.com/office/officeart/2005/8/layout/hierarchy2"/>
    <dgm:cxn modelId="{985A5F53-B206-4D2D-BCAB-C9FEA0D60EB5}" type="presParOf" srcId="{7C185EC7-F3FF-4846-A11B-002AAA039ADC}" destId="{4E72009F-BEDB-47D5-A310-C891F5A2EE16}" srcOrd="0" destOrd="0" presId="urn:microsoft.com/office/officeart/2005/8/layout/hierarchy2"/>
    <dgm:cxn modelId="{1F5F4D4E-D677-4236-BA3A-A321DA70C7E1}" type="presParOf" srcId="{F89937B5-CE7C-4F15-B687-EF693D79233C}" destId="{115AA4A6-C20E-4587-A49D-35011366D0EF}" srcOrd="1" destOrd="0" presId="urn:microsoft.com/office/officeart/2005/8/layout/hierarchy2"/>
    <dgm:cxn modelId="{444106F5-FE56-4CC2-A9D9-5EBD3E7FF820}" type="presParOf" srcId="{115AA4A6-C20E-4587-A49D-35011366D0EF}" destId="{D54E0105-6B6E-4476-B0AD-740827AFB43D}" srcOrd="0" destOrd="0" presId="urn:microsoft.com/office/officeart/2005/8/layout/hierarchy2"/>
    <dgm:cxn modelId="{3576C302-5747-40C2-9A2C-66C706EF9D81}" type="presParOf" srcId="{115AA4A6-C20E-4587-A49D-35011366D0EF}" destId="{BF4AC138-7206-4D94-9C4B-0875362CC54E}" srcOrd="1" destOrd="0" presId="urn:microsoft.com/office/officeart/2005/8/layout/hierarchy2"/>
    <dgm:cxn modelId="{9865F945-705E-4754-994A-6C5149C94720}" type="presParOf" srcId="{BF4AC138-7206-4D94-9C4B-0875362CC54E}" destId="{FA6B2FAD-4BAA-4003-9259-A6686765183D}" srcOrd="0" destOrd="0" presId="urn:microsoft.com/office/officeart/2005/8/layout/hierarchy2"/>
    <dgm:cxn modelId="{4F9B79A0-545F-485F-A5F4-DC96B631E167}" type="presParOf" srcId="{FA6B2FAD-4BAA-4003-9259-A6686765183D}" destId="{A3159386-006D-4510-90F9-070A9C2D1CE4}" srcOrd="0" destOrd="0" presId="urn:microsoft.com/office/officeart/2005/8/layout/hierarchy2"/>
    <dgm:cxn modelId="{D3FF0699-77F9-42D5-8DBF-3787400D533F}" type="presParOf" srcId="{BF4AC138-7206-4D94-9C4B-0875362CC54E}" destId="{F9720607-2977-4854-9C81-BB23C1FB4297}" srcOrd="1" destOrd="0" presId="urn:microsoft.com/office/officeart/2005/8/layout/hierarchy2"/>
    <dgm:cxn modelId="{913C6385-FC56-4145-A333-386A5E0B1E2C}" type="presParOf" srcId="{F9720607-2977-4854-9C81-BB23C1FB4297}" destId="{DFA5E034-FCB0-4A68-9310-11346B89EEA8}" srcOrd="0" destOrd="0" presId="urn:microsoft.com/office/officeart/2005/8/layout/hierarchy2"/>
    <dgm:cxn modelId="{DEE15361-7BF3-466F-89F0-92FC28773514}" type="presParOf" srcId="{F9720607-2977-4854-9C81-BB23C1FB4297}" destId="{B2CEBD06-012F-4D5D-AA63-5D0ACF7EA8CB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96F96C1-7C4C-4C6A-913F-895F9754F7C1}" type="doc">
      <dgm:prSet loTypeId="urn:microsoft.com/office/officeart/2005/8/layout/hierarchy2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E35B1DF7-886B-4BA0-A62C-75ED888B04AF}">
      <dgm:prSet phldrT="[Texte]"/>
      <dgm:spPr/>
      <dgm:t>
        <a:bodyPr/>
        <a:lstStyle/>
        <a:p>
          <a:r>
            <a:rPr lang="fr-FR" dirty="0"/>
            <a:t>Famille</a:t>
          </a:r>
        </a:p>
      </dgm:t>
    </dgm:pt>
    <dgm:pt modelId="{EB154811-E6C2-43FE-9311-11DA91786F22}" type="parTrans" cxnId="{16CE30CD-9800-459F-A92D-2A6D56A860B9}">
      <dgm:prSet/>
      <dgm:spPr/>
      <dgm:t>
        <a:bodyPr/>
        <a:lstStyle/>
        <a:p>
          <a:endParaRPr lang="fr-FR"/>
        </a:p>
      </dgm:t>
    </dgm:pt>
    <dgm:pt modelId="{C2AA10ED-31EA-4645-883F-90D1677DA352}" type="sibTrans" cxnId="{16CE30CD-9800-459F-A92D-2A6D56A860B9}">
      <dgm:prSet/>
      <dgm:spPr/>
      <dgm:t>
        <a:bodyPr/>
        <a:lstStyle/>
        <a:p>
          <a:endParaRPr lang="fr-FR"/>
        </a:p>
      </dgm:t>
    </dgm:pt>
    <dgm:pt modelId="{48E92F01-F29B-49C7-A00D-E172ECAECF5E}">
      <dgm:prSet phldrT="[Texte]"/>
      <dgm:spPr/>
      <dgm:t>
        <a:bodyPr/>
        <a:lstStyle/>
        <a:p>
          <a:pPr algn="ctr"/>
          <a:r>
            <a:rPr lang="fr-FR" dirty="0"/>
            <a:t>Type</a:t>
          </a:r>
        </a:p>
      </dgm:t>
    </dgm:pt>
    <dgm:pt modelId="{A0853C34-089E-421C-A27F-8CD5C35CE140}" type="parTrans" cxnId="{3B9BF54C-9DE3-463B-BCF4-8BAA3A6159FC}">
      <dgm:prSet/>
      <dgm:spPr/>
      <dgm:t>
        <a:bodyPr/>
        <a:lstStyle/>
        <a:p>
          <a:endParaRPr lang="fr-FR"/>
        </a:p>
      </dgm:t>
    </dgm:pt>
    <dgm:pt modelId="{89B60D2C-698C-4215-84AF-484820619F6B}" type="sibTrans" cxnId="{3B9BF54C-9DE3-463B-BCF4-8BAA3A6159FC}">
      <dgm:prSet/>
      <dgm:spPr/>
      <dgm:t>
        <a:bodyPr/>
        <a:lstStyle/>
        <a:p>
          <a:endParaRPr lang="fr-FR"/>
        </a:p>
      </dgm:t>
    </dgm:pt>
    <dgm:pt modelId="{4FCEBFA8-E409-4B3D-B14F-E99890A24995}">
      <dgm:prSet phldrT="[Texte]"/>
      <dgm:spPr/>
      <dgm:t>
        <a:bodyPr/>
        <a:lstStyle/>
        <a:p>
          <a:r>
            <a:rPr lang="fr-FR" dirty="0"/>
            <a:t>Longueur coupée</a:t>
          </a:r>
        </a:p>
      </dgm:t>
    </dgm:pt>
    <dgm:pt modelId="{E8914D6E-0021-4490-BC5E-2BD8B56983ED}" type="parTrans" cxnId="{8EF64A51-526C-42B6-83C1-7A5FC9457F59}">
      <dgm:prSet/>
      <dgm:spPr/>
      <dgm:t>
        <a:bodyPr/>
        <a:lstStyle/>
        <a:p>
          <a:endParaRPr lang="fr-FR"/>
        </a:p>
      </dgm:t>
    </dgm:pt>
    <dgm:pt modelId="{939CC67E-45D8-44A7-BC5C-8EDAD1B6D554}" type="sibTrans" cxnId="{8EF64A51-526C-42B6-83C1-7A5FC9457F59}">
      <dgm:prSet/>
      <dgm:spPr/>
      <dgm:t>
        <a:bodyPr/>
        <a:lstStyle/>
        <a:p>
          <a:endParaRPr lang="fr-FR"/>
        </a:p>
      </dgm:t>
    </dgm:pt>
    <dgm:pt modelId="{221FE242-A5B0-43A4-926A-EE0DAB25D257}">
      <dgm:prSet phldrT="[Texte]"/>
      <dgm:spPr/>
      <dgm:t>
        <a:bodyPr/>
        <a:lstStyle/>
        <a:p>
          <a:r>
            <a:rPr lang="fr-FR" dirty="0"/>
            <a:t>Dimension 1</a:t>
          </a:r>
        </a:p>
      </dgm:t>
    </dgm:pt>
    <dgm:pt modelId="{D3288530-7C8E-4ADA-8BA1-B6DD5625E151}" type="parTrans" cxnId="{791197B5-7E25-4891-9FB4-E7F3220E280C}">
      <dgm:prSet/>
      <dgm:spPr/>
      <dgm:t>
        <a:bodyPr/>
        <a:lstStyle/>
        <a:p>
          <a:endParaRPr lang="fr-FR"/>
        </a:p>
      </dgm:t>
    </dgm:pt>
    <dgm:pt modelId="{EDCD5C2B-496C-442D-88DE-9756EB695EDB}" type="sibTrans" cxnId="{791197B5-7E25-4891-9FB4-E7F3220E280C}">
      <dgm:prSet/>
      <dgm:spPr/>
      <dgm:t>
        <a:bodyPr/>
        <a:lstStyle/>
        <a:p>
          <a:endParaRPr lang="fr-FR"/>
        </a:p>
      </dgm:t>
    </dgm:pt>
    <dgm:pt modelId="{9D7C58F2-774D-47C4-809E-0B2ED4893304}">
      <dgm:prSet phldrT="[Texte]"/>
      <dgm:spPr>
        <a:solidFill>
          <a:srgbClr val="196B24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0160" tIns="10160" rIns="10160" bIns="10160" numCol="1" spcCol="1270" anchor="ctr" anchorCtr="0"/>
        <a:lstStyle/>
        <a:p>
          <a:r>
            <a:rPr lang="fr-FR" dirty="0"/>
            <a:t>(Dimension 2)</a:t>
          </a:r>
        </a:p>
      </dgm:t>
    </dgm:pt>
    <dgm:pt modelId="{BB7350F6-6057-458F-9BED-C691DFD44852}" type="parTrans" cxnId="{65FAE77C-1256-4984-93E4-4EA40BB36698}">
      <dgm:prSet/>
      <dgm:spPr/>
      <dgm:t>
        <a:bodyPr/>
        <a:lstStyle/>
        <a:p>
          <a:endParaRPr lang="fr-FR"/>
        </a:p>
      </dgm:t>
    </dgm:pt>
    <dgm:pt modelId="{B72F25E3-C39A-4096-8EA7-90E4D90554C1}" type="sibTrans" cxnId="{65FAE77C-1256-4984-93E4-4EA40BB36698}">
      <dgm:prSet/>
      <dgm:spPr/>
      <dgm:t>
        <a:bodyPr/>
        <a:lstStyle/>
        <a:p>
          <a:endParaRPr lang="fr-FR"/>
        </a:p>
      </dgm:t>
    </dgm:pt>
    <dgm:pt modelId="{3B84E9F6-C327-4CA6-B0C9-EFA6A16EE8E3}">
      <dgm:prSet phldrT="[Texte]"/>
      <dgm:spPr>
        <a:solidFill>
          <a:srgbClr val="196B24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0160" tIns="10160" rIns="10160" bIns="10160" numCol="1" spcCol="1270" anchor="ctr" anchorCtr="0"/>
        <a:lstStyle/>
        <a:p>
          <a:r>
            <a:rPr lang="fr-FR" dirty="0"/>
            <a:t>(Dimension 3)</a:t>
          </a:r>
        </a:p>
      </dgm:t>
    </dgm:pt>
    <dgm:pt modelId="{894C81FA-A3B2-4C2D-99FA-FEAEF4037D41}" type="parTrans" cxnId="{5DE0587A-D87E-4AA5-82DC-A73DAC0C585C}">
      <dgm:prSet/>
      <dgm:spPr/>
      <dgm:t>
        <a:bodyPr/>
        <a:lstStyle/>
        <a:p>
          <a:endParaRPr lang="fr-FR"/>
        </a:p>
      </dgm:t>
    </dgm:pt>
    <dgm:pt modelId="{CAB09FE9-3BE7-4131-9E16-4D10577D4B13}" type="sibTrans" cxnId="{5DE0587A-D87E-4AA5-82DC-A73DAC0C585C}">
      <dgm:prSet/>
      <dgm:spPr/>
      <dgm:t>
        <a:bodyPr/>
        <a:lstStyle/>
        <a:p>
          <a:endParaRPr lang="fr-FR"/>
        </a:p>
      </dgm:t>
    </dgm:pt>
    <dgm:pt modelId="{3C631B13-EBEC-4183-A0D9-B2116D2AD2A8}" type="pres">
      <dgm:prSet presAssocID="{796F96C1-7C4C-4C6A-913F-895F9754F7C1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22D30B3-EEC0-4585-88EE-9DBA7519D831}" type="pres">
      <dgm:prSet presAssocID="{E35B1DF7-886B-4BA0-A62C-75ED888B04AF}" presName="root1" presStyleCnt="0"/>
      <dgm:spPr/>
    </dgm:pt>
    <dgm:pt modelId="{E7EBC21A-E8DE-4A05-8ACE-0E952D4D00FA}" type="pres">
      <dgm:prSet presAssocID="{E35B1DF7-886B-4BA0-A62C-75ED888B04AF}" presName="LevelOneTextNode" presStyleLbl="node0" presStyleIdx="0" presStyleCnt="1">
        <dgm:presLayoutVars>
          <dgm:chPref val="3"/>
        </dgm:presLayoutVars>
      </dgm:prSet>
      <dgm:spPr/>
    </dgm:pt>
    <dgm:pt modelId="{252633E3-F8AE-4251-8F6E-9A6A5F3960B5}" type="pres">
      <dgm:prSet presAssocID="{E35B1DF7-886B-4BA0-A62C-75ED888B04AF}" presName="level2hierChild" presStyleCnt="0"/>
      <dgm:spPr/>
    </dgm:pt>
    <dgm:pt modelId="{B9B2881C-E641-4D58-AFD9-3D2993297AEE}" type="pres">
      <dgm:prSet presAssocID="{A0853C34-089E-421C-A27F-8CD5C35CE140}" presName="conn2-1" presStyleLbl="parChTrans1D2" presStyleIdx="0" presStyleCnt="1"/>
      <dgm:spPr/>
    </dgm:pt>
    <dgm:pt modelId="{05989A73-D907-4E46-A412-4C3CCCD66CC3}" type="pres">
      <dgm:prSet presAssocID="{A0853C34-089E-421C-A27F-8CD5C35CE140}" presName="connTx" presStyleLbl="parChTrans1D2" presStyleIdx="0" presStyleCnt="1"/>
      <dgm:spPr/>
    </dgm:pt>
    <dgm:pt modelId="{01A48F11-F1C5-4CC6-B451-0E399FC201F8}" type="pres">
      <dgm:prSet presAssocID="{48E92F01-F29B-49C7-A00D-E172ECAECF5E}" presName="root2" presStyleCnt="0"/>
      <dgm:spPr/>
    </dgm:pt>
    <dgm:pt modelId="{314DB8B6-8CA1-4EFB-827B-5C4688307A88}" type="pres">
      <dgm:prSet presAssocID="{48E92F01-F29B-49C7-A00D-E172ECAECF5E}" presName="LevelTwoTextNode" presStyleLbl="node2" presStyleIdx="0" presStyleCnt="1">
        <dgm:presLayoutVars>
          <dgm:chPref val="3"/>
        </dgm:presLayoutVars>
      </dgm:prSet>
      <dgm:spPr/>
    </dgm:pt>
    <dgm:pt modelId="{9032E94A-D1B5-41F5-B839-431E0B924C43}" type="pres">
      <dgm:prSet presAssocID="{48E92F01-F29B-49C7-A00D-E172ECAECF5E}" presName="level3hierChild" presStyleCnt="0"/>
      <dgm:spPr/>
    </dgm:pt>
    <dgm:pt modelId="{8C64B78E-F0EE-42FD-BE47-C6E9C51BEF9A}" type="pres">
      <dgm:prSet presAssocID="{D3288530-7C8E-4ADA-8BA1-B6DD5625E151}" presName="conn2-1" presStyleLbl="parChTrans1D3" presStyleIdx="0" presStyleCnt="1"/>
      <dgm:spPr/>
    </dgm:pt>
    <dgm:pt modelId="{9B70AC16-1598-4A08-A8A2-4DF951F4880A}" type="pres">
      <dgm:prSet presAssocID="{D3288530-7C8E-4ADA-8BA1-B6DD5625E151}" presName="connTx" presStyleLbl="parChTrans1D3" presStyleIdx="0" presStyleCnt="1"/>
      <dgm:spPr/>
    </dgm:pt>
    <dgm:pt modelId="{106EC81A-7667-44C0-8D94-DAEDEA9E2BAA}" type="pres">
      <dgm:prSet presAssocID="{221FE242-A5B0-43A4-926A-EE0DAB25D257}" presName="root2" presStyleCnt="0"/>
      <dgm:spPr/>
    </dgm:pt>
    <dgm:pt modelId="{C1547683-7865-47CA-B6F2-AB0834E965E6}" type="pres">
      <dgm:prSet presAssocID="{221FE242-A5B0-43A4-926A-EE0DAB25D257}" presName="LevelTwoTextNode" presStyleLbl="node3" presStyleIdx="0" presStyleCnt="1">
        <dgm:presLayoutVars>
          <dgm:chPref val="3"/>
        </dgm:presLayoutVars>
      </dgm:prSet>
      <dgm:spPr/>
    </dgm:pt>
    <dgm:pt modelId="{E82F6112-C88E-40E8-86AC-E5AB43957AC9}" type="pres">
      <dgm:prSet presAssocID="{221FE242-A5B0-43A4-926A-EE0DAB25D257}" presName="level3hierChild" presStyleCnt="0"/>
      <dgm:spPr/>
    </dgm:pt>
    <dgm:pt modelId="{8671DC78-C9B2-4B5B-8741-E304A5A23011}" type="pres">
      <dgm:prSet presAssocID="{BB7350F6-6057-458F-9BED-C691DFD44852}" presName="conn2-1" presStyleLbl="parChTrans1D4" presStyleIdx="0" presStyleCnt="3"/>
      <dgm:spPr/>
    </dgm:pt>
    <dgm:pt modelId="{DC38500F-2DFC-4321-8784-3849FB63E10B}" type="pres">
      <dgm:prSet presAssocID="{BB7350F6-6057-458F-9BED-C691DFD44852}" presName="connTx" presStyleLbl="parChTrans1D4" presStyleIdx="0" presStyleCnt="3"/>
      <dgm:spPr/>
    </dgm:pt>
    <dgm:pt modelId="{35017EF2-5507-4337-B8FC-ED1838A6BF75}" type="pres">
      <dgm:prSet presAssocID="{9D7C58F2-774D-47C4-809E-0B2ED4893304}" presName="root2" presStyleCnt="0"/>
      <dgm:spPr/>
    </dgm:pt>
    <dgm:pt modelId="{5D1494CD-044A-4390-8C80-0B61C9FBDC39}" type="pres">
      <dgm:prSet presAssocID="{9D7C58F2-774D-47C4-809E-0B2ED4893304}" presName="LevelTwoTextNode" presStyleLbl="node4" presStyleIdx="0" presStyleCnt="3">
        <dgm:presLayoutVars>
          <dgm:chPref val="3"/>
        </dgm:presLayoutVars>
      </dgm:prSet>
      <dgm:spPr>
        <a:xfrm>
          <a:off x="4652904" y="101071"/>
          <a:ext cx="1106617" cy="553308"/>
        </a:xfrm>
        <a:prstGeom prst="roundRect">
          <a:avLst>
            <a:gd name="adj" fmla="val 10000"/>
          </a:avLst>
        </a:prstGeom>
      </dgm:spPr>
    </dgm:pt>
    <dgm:pt modelId="{DF582733-97B3-452E-A1BE-6D11166CD6A8}" type="pres">
      <dgm:prSet presAssocID="{9D7C58F2-774D-47C4-809E-0B2ED4893304}" presName="level3hierChild" presStyleCnt="0"/>
      <dgm:spPr/>
    </dgm:pt>
    <dgm:pt modelId="{D41D71B0-8DB2-4EB5-827E-7BFAF6A13559}" type="pres">
      <dgm:prSet presAssocID="{894C81FA-A3B2-4C2D-99FA-FEAEF4037D41}" presName="conn2-1" presStyleLbl="parChTrans1D4" presStyleIdx="1" presStyleCnt="3"/>
      <dgm:spPr/>
    </dgm:pt>
    <dgm:pt modelId="{F1ACCE71-D7F2-4AE2-920A-1ED22C05A948}" type="pres">
      <dgm:prSet presAssocID="{894C81FA-A3B2-4C2D-99FA-FEAEF4037D41}" presName="connTx" presStyleLbl="parChTrans1D4" presStyleIdx="1" presStyleCnt="3"/>
      <dgm:spPr/>
    </dgm:pt>
    <dgm:pt modelId="{7E399563-B5FF-4DFD-A9CD-B86F39D5F8ED}" type="pres">
      <dgm:prSet presAssocID="{3B84E9F6-C327-4CA6-B0C9-EFA6A16EE8E3}" presName="root2" presStyleCnt="0"/>
      <dgm:spPr/>
    </dgm:pt>
    <dgm:pt modelId="{D31F8600-6FB0-4F26-B71D-33346387235D}" type="pres">
      <dgm:prSet presAssocID="{3B84E9F6-C327-4CA6-B0C9-EFA6A16EE8E3}" presName="LevelTwoTextNode" presStyleLbl="node4" presStyleIdx="1" presStyleCnt="3">
        <dgm:presLayoutVars>
          <dgm:chPref val="3"/>
        </dgm:presLayoutVars>
      </dgm:prSet>
      <dgm:spPr>
        <a:xfrm>
          <a:off x="6202168" y="101071"/>
          <a:ext cx="1106617" cy="553308"/>
        </a:xfrm>
        <a:prstGeom prst="roundRect">
          <a:avLst>
            <a:gd name="adj" fmla="val 10000"/>
          </a:avLst>
        </a:prstGeom>
      </dgm:spPr>
    </dgm:pt>
    <dgm:pt modelId="{F861B235-7D99-4C81-B318-6724953B7EB7}" type="pres">
      <dgm:prSet presAssocID="{3B84E9F6-C327-4CA6-B0C9-EFA6A16EE8E3}" presName="level3hierChild" presStyleCnt="0"/>
      <dgm:spPr/>
    </dgm:pt>
    <dgm:pt modelId="{E02F91CE-E9C2-4756-8D5F-00409A065CDA}" type="pres">
      <dgm:prSet presAssocID="{E8914D6E-0021-4490-BC5E-2BD8B56983ED}" presName="conn2-1" presStyleLbl="parChTrans1D4" presStyleIdx="2" presStyleCnt="3"/>
      <dgm:spPr/>
    </dgm:pt>
    <dgm:pt modelId="{40E59F38-A329-464E-9FD7-9EF643A6C094}" type="pres">
      <dgm:prSet presAssocID="{E8914D6E-0021-4490-BC5E-2BD8B56983ED}" presName="connTx" presStyleLbl="parChTrans1D4" presStyleIdx="2" presStyleCnt="3"/>
      <dgm:spPr/>
    </dgm:pt>
    <dgm:pt modelId="{1E966F26-ED2A-4FFE-9A7D-6394382A5044}" type="pres">
      <dgm:prSet presAssocID="{4FCEBFA8-E409-4B3D-B14F-E99890A24995}" presName="root2" presStyleCnt="0"/>
      <dgm:spPr/>
    </dgm:pt>
    <dgm:pt modelId="{818FC408-DEB6-4CA7-A2A0-80E870C4ACC2}" type="pres">
      <dgm:prSet presAssocID="{4FCEBFA8-E409-4B3D-B14F-E99890A24995}" presName="LevelTwoTextNode" presStyleLbl="node4" presStyleIdx="2" presStyleCnt="3">
        <dgm:presLayoutVars>
          <dgm:chPref val="3"/>
        </dgm:presLayoutVars>
      </dgm:prSet>
      <dgm:spPr/>
    </dgm:pt>
    <dgm:pt modelId="{F79D4169-F768-4004-9D9E-63DAEFF1ED86}" type="pres">
      <dgm:prSet presAssocID="{4FCEBFA8-E409-4B3D-B14F-E99890A24995}" presName="level3hierChild" presStyleCnt="0"/>
      <dgm:spPr/>
    </dgm:pt>
  </dgm:ptLst>
  <dgm:cxnLst>
    <dgm:cxn modelId="{80EBB51F-4F53-4F05-819E-5A14D806F096}" type="presOf" srcId="{D3288530-7C8E-4ADA-8BA1-B6DD5625E151}" destId="{8C64B78E-F0EE-42FD-BE47-C6E9C51BEF9A}" srcOrd="0" destOrd="0" presId="urn:microsoft.com/office/officeart/2005/8/layout/hierarchy2"/>
    <dgm:cxn modelId="{75C32C36-B747-4F48-9F8C-D0A7EAC2BD1B}" type="presOf" srcId="{221FE242-A5B0-43A4-926A-EE0DAB25D257}" destId="{C1547683-7865-47CA-B6F2-AB0834E965E6}" srcOrd="0" destOrd="0" presId="urn:microsoft.com/office/officeart/2005/8/layout/hierarchy2"/>
    <dgm:cxn modelId="{C4066936-E873-4689-BC6E-272C7D8688A8}" type="presOf" srcId="{796F96C1-7C4C-4C6A-913F-895F9754F7C1}" destId="{3C631B13-EBEC-4183-A0D9-B2116D2AD2A8}" srcOrd="0" destOrd="0" presId="urn:microsoft.com/office/officeart/2005/8/layout/hierarchy2"/>
    <dgm:cxn modelId="{A5E38E5D-3888-4142-B195-85BFA77E1221}" type="presOf" srcId="{A0853C34-089E-421C-A27F-8CD5C35CE140}" destId="{05989A73-D907-4E46-A412-4C3CCCD66CC3}" srcOrd="1" destOrd="0" presId="urn:microsoft.com/office/officeart/2005/8/layout/hierarchy2"/>
    <dgm:cxn modelId="{77DC8760-D40E-439A-94E0-0A1D27BC094B}" type="presOf" srcId="{BB7350F6-6057-458F-9BED-C691DFD44852}" destId="{DC38500F-2DFC-4321-8784-3849FB63E10B}" srcOrd="1" destOrd="0" presId="urn:microsoft.com/office/officeart/2005/8/layout/hierarchy2"/>
    <dgm:cxn modelId="{F9ACE462-3166-41FF-8BB0-34FF8DCFA33F}" type="presOf" srcId="{E8914D6E-0021-4490-BC5E-2BD8B56983ED}" destId="{40E59F38-A329-464E-9FD7-9EF643A6C094}" srcOrd="1" destOrd="0" presId="urn:microsoft.com/office/officeart/2005/8/layout/hierarchy2"/>
    <dgm:cxn modelId="{206E3944-0E6F-4E71-BC8C-F7228A7E47AB}" type="presOf" srcId="{E35B1DF7-886B-4BA0-A62C-75ED888B04AF}" destId="{E7EBC21A-E8DE-4A05-8ACE-0E952D4D00FA}" srcOrd="0" destOrd="0" presId="urn:microsoft.com/office/officeart/2005/8/layout/hierarchy2"/>
    <dgm:cxn modelId="{EE927C4C-B8C0-4F72-8297-296DDE0FB294}" type="presOf" srcId="{BB7350F6-6057-458F-9BED-C691DFD44852}" destId="{8671DC78-C9B2-4B5B-8741-E304A5A23011}" srcOrd="0" destOrd="0" presId="urn:microsoft.com/office/officeart/2005/8/layout/hierarchy2"/>
    <dgm:cxn modelId="{3B9BF54C-9DE3-463B-BCF4-8BAA3A6159FC}" srcId="{E35B1DF7-886B-4BA0-A62C-75ED888B04AF}" destId="{48E92F01-F29B-49C7-A00D-E172ECAECF5E}" srcOrd="0" destOrd="0" parTransId="{A0853C34-089E-421C-A27F-8CD5C35CE140}" sibTransId="{89B60D2C-698C-4215-84AF-484820619F6B}"/>
    <dgm:cxn modelId="{8EF64A51-526C-42B6-83C1-7A5FC9457F59}" srcId="{3B84E9F6-C327-4CA6-B0C9-EFA6A16EE8E3}" destId="{4FCEBFA8-E409-4B3D-B14F-E99890A24995}" srcOrd="0" destOrd="0" parTransId="{E8914D6E-0021-4490-BC5E-2BD8B56983ED}" sibTransId="{939CC67E-45D8-44A7-BC5C-8EDAD1B6D554}"/>
    <dgm:cxn modelId="{BF0FF251-1DC8-4B24-8600-28F840A574EF}" type="presOf" srcId="{9D7C58F2-774D-47C4-809E-0B2ED4893304}" destId="{5D1494CD-044A-4390-8C80-0B61C9FBDC39}" srcOrd="0" destOrd="0" presId="urn:microsoft.com/office/officeart/2005/8/layout/hierarchy2"/>
    <dgm:cxn modelId="{2D7DB052-E486-4AD5-B7FD-C88820883360}" type="presOf" srcId="{3B84E9F6-C327-4CA6-B0C9-EFA6A16EE8E3}" destId="{D31F8600-6FB0-4F26-B71D-33346387235D}" srcOrd="0" destOrd="0" presId="urn:microsoft.com/office/officeart/2005/8/layout/hierarchy2"/>
    <dgm:cxn modelId="{5DE0587A-D87E-4AA5-82DC-A73DAC0C585C}" srcId="{9D7C58F2-774D-47C4-809E-0B2ED4893304}" destId="{3B84E9F6-C327-4CA6-B0C9-EFA6A16EE8E3}" srcOrd="0" destOrd="0" parTransId="{894C81FA-A3B2-4C2D-99FA-FEAEF4037D41}" sibTransId="{CAB09FE9-3BE7-4131-9E16-4D10577D4B13}"/>
    <dgm:cxn modelId="{65FAE77C-1256-4984-93E4-4EA40BB36698}" srcId="{221FE242-A5B0-43A4-926A-EE0DAB25D257}" destId="{9D7C58F2-774D-47C4-809E-0B2ED4893304}" srcOrd="0" destOrd="0" parTransId="{BB7350F6-6057-458F-9BED-C691DFD44852}" sibTransId="{B72F25E3-C39A-4096-8EA7-90E4D90554C1}"/>
    <dgm:cxn modelId="{DA13DA91-11DE-4510-83FC-C3FA55E91C25}" type="presOf" srcId="{894C81FA-A3B2-4C2D-99FA-FEAEF4037D41}" destId="{F1ACCE71-D7F2-4AE2-920A-1ED22C05A948}" srcOrd="1" destOrd="0" presId="urn:microsoft.com/office/officeart/2005/8/layout/hierarchy2"/>
    <dgm:cxn modelId="{11C62F97-E30A-4EF7-9553-3622F37EA652}" type="presOf" srcId="{4FCEBFA8-E409-4B3D-B14F-E99890A24995}" destId="{818FC408-DEB6-4CA7-A2A0-80E870C4ACC2}" srcOrd="0" destOrd="0" presId="urn:microsoft.com/office/officeart/2005/8/layout/hierarchy2"/>
    <dgm:cxn modelId="{C723AE9A-10E6-4D63-B9D2-1E88FBA2A102}" type="presOf" srcId="{A0853C34-089E-421C-A27F-8CD5C35CE140}" destId="{B9B2881C-E641-4D58-AFD9-3D2993297AEE}" srcOrd="0" destOrd="0" presId="urn:microsoft.com/office/officeart/2005/8/layout/hierarchy2"/>
    <dgm:cxn modelId="{E94B1F9B-DC28-491E-82A2-7518059B64C8}" type="presOf" srcId="{48E92F01-F29B-49C7-A00D-E172ECAECF5E}" destId="{314DB8B6-8CA1-4EFB-827B-5C4688307A88}" srcOrd="0" destOrd="0" presId="urn:microsoft.com/office/officeart/2005/8/layout/hierarchy2"/>
    <dgm:cxn modelId="{791197B5-7E25-4891-9FB4-E7F3220E280C}" srcId="{48E92F01-F29B-49C7-A00D-E172ECAECF5E}" destId="{221FE242-A5B0-43A4-926A-EE0DAB25D257}" srcOrd="0" destOrd="0" parTransId="{D3288530-7C8E-4ADA-8BA1-B6DD5625E151}" sibTransId="{EDCD5C2B-496C-442D-88DE-9756EB695EDB}"/>
    <dgm:cxn modelId="{DBE135C0-790C-4C44-99DE-558A17450F35}" type="presOf" srcId="{E8914D6E-0021-4490-BC5E-2BD8B56983ED}" destId="{E02F91CE-E9C2-4756-8D5F-00409A065CDA}" srcOrd="0" destOrd="0" presId="urn:microsoft.com/office/officeart/2005/8/layout/hierarchy2"/>
    <dgm:cxn modelId="{C30B90CB-CBFC-49EE-A072-338EE095B751}" type="presOf" srcId="{D3288530-7C8E-4ADA-8BA1-B6DD5625E151}" destId="{9B70AC16-1598-4A08-A8A2-4DF951F4880A}" srcOrd="1" destOrd="0" presId="urn:microsoft.com/office/officeart/2005/8/layout/hierarchy2"/>
    <dgm:cxn modelId="{16CE30CD-9800-459F-A92D-2A6D56A860B9}" srcId="{796F96C1-7C4C-4C6A-913F-895F9754F7C1}" destId="{E35B1DF7-886B-4BA0-A62C-75ED888B04AF}" srcOrd="0" destOrd="0" parTransId="{EB154811-E6C2-43FE-9311-11DA91786F22}" sibTransId="{C2AA10ED-31EA-4645-883F-90D1677DA352}"/>
    <dgm:cxn modelId="{B66E0CE6-5415-4EB8-9E36-ED2C64BDF466}" type="presOf" srcId="{894C81FA-A3B2-4C2D-99FA-FEAEF4037D41}" destId="{D41D71B0-8DB2-4EB5-827E-7BFAF6A13559}" srcOrd="0" destOrd="0" presId="urn:microsoft.com/office/officeart/2005/8/layout/hierarchy2"/>
    <dgm:cxn modelId="{BAD6DC77-EF50-4DE3-AFF9-C1969CA4ED9D}" type="presParOf" srcId="{3C631B13-EBEC-4183-A0D9-B2116D2AD2A8}" destId="{022D30B3-EEC0-4585-88EE-9DBA7519D831}" srcOrd="0" destOrd="0" presId="urn:microsoft.com/office/officeart/2005/8/layout/hierarchy2"/>
    <dgm:cxn modelId="{18E5BD51-97A5-46BB-87D3-D0329278F238}" type="presParOf" srcId="{022D30B3-EEC0-4585-88EE-9DBA7519D831}" destId="{E7EBC21A-E8DE-4A05-8ACE-0E952D4D00FA}" srcOrd="0" destOrd="0" presId="urn:microsoft.com/office/officeart/2005/8/layout/hierarchy2"/>
    <dgm:cxn modelId="{9E707DB3-9B11-43E5-B76F-D4A400BB4DF5}" type="presParOf" srcId="{022D30B3-EEC0-4585-88EE-9DBA7519D831}" destId="{252633E3-F8AE-4251-8F6E-9A6A5F3960B5}" srcOrd="1" destOrd="0" presId="urn:microsoft.com/office/officeart/2005/8/layout/hierarchy2"/>
    <dgm:cxn modelId="{A9BB52A6-9704-4F03-A34F-E880F20CDC50}" type="presParOf" srcId="{252633E3-F8AE-4251-8F6E-9A6A5F3960B5}" destId="{B9B2881C-E641-4D58-AFD9-3D2993297AEE}" srcOrd="0" destOrd="0" presId="urn:microsoft.com/office/officeart/2005/8/layout/hierarchy2"/>
    <dgm:cxn modelId="{AAAB8E44-74DA-42DE-93D3-78D87B32630F}" type="presParOf" srcId="{B9B2881C-E641-4D58-AFD9-3D2993297AEE}" destId="{05989A73-D907-4E46-A412-4C3CCCD66CC3}" srcOrd="0" destOrd="0" presId="urn:microsoft.com/office/officeart/2005/8/layout/hierarchy2"/>
    <dgm:cxn modelId="{C9919900-0B67-41F9-923D-9D6606718A2E}" type="presParOf" srcId="{252633E3-F8AE-4251-8F6E-9A6A5F3960B5}" destId="{01A48F11-F1C5-4CC6-B451-0E399FC201F8}" srcOrd="1" destOrd="0" presId="urn:microsoft.com/office/officeart/2005/8/layout/hierarchy2"/>
    <dgm:cxn modelId="{45BE03FD-B4C8-46C5-AFD0-FC78D01A60B8}" type="presParOf" srcId="{01A48F11-F1C5-4CC6-B451-0E399FC201F8}" destId="{314DB8B6-8CA1-4EFB-827B-5C4688307A88}" srcOrd="0" destOrd="0" presId="urn:microsoft.com/office/officeart/2005/8/layout/hierarchy2"/>
    <dgm:cxn modelId="{4DA09A01-FB1D-4CE1-956C-E94C5FDB8C56}" type="presParOf" srcId="{01A48F11-F1C5-4CC6-B451-0E399FC201F8}" destId="{9032E94A-D1B5-41F5-B839-431E0B924C43}" srcOrd="1" destOrd="0" presId="urn:microsoft.com/office/officeart/2005/8/layout/hierarchy2"/>
    <dgm:cxn modelId="{081417F5-592D-4905-9C97-E3F570226C70}" type="presParOf" srcId="{9032E94A-D1B5-41F5-B839-431E0B924C43}" destId="{8C64B78E-F0EE-42FD-BE47-C6E9C51BEF9A}" srcOrd="0" destOrd="0" presId="urn:microsoft.com/office/officeart/2005/8/layout/hierarchy2"/>
    <dgm:cxn modelId="{D3FF4041-461B-4BF9-93DE-4DCE56CD92E0}" type="presParOf" srcId="{8C64B78E-F0EE-42FD-BE47-C6E9C51BEF9A}" destId="{9B70AC16-1598-4A08-A8A2-4DF951F4880A}" srcOrd="0" destOrd="0" presId="urn:microsoft.com/office/officeart/2005/8/layout/hierarchy2"/>
    <dgm:cxn modelId="{16BD365E-7009-445F-AE00-86A0620F04DD}" type="presParOf" srcId="{9032E94A-D1B5-41F5-B839-431E0B924C43}" destId="{106EC81A-7667-44C0-8D94-DAEDEA9E2BAA}" srcOrd="1" destOrd="0" presId="urn:microsoft.com/office/officeart/2005/8/layout/hierarchy2"/>
    <dgm:cxn modelId="{C7F337F3-B9E9-4365-A2C1-5D02AB0D862F}" type="presParOf" srcId="{106EC81A-7667-44C0-8D94-DAEDEA9E2BAA}" destId="{C1547683-7865-47CA-B6F2-AB0834E965E6}" srcOrd="0" destOrd="0" presId="urn:microsoft.com/office/officeart/2005/8/layout/hierarchy2"/>
    <dgm:cxn modelId="{E39FBCCB-DB7D-4A65-B2F1-E95F47106E97}" type="presParOf" srcId="{106EC81A-7667-44C0-8D94-DAEDEA9E2BAA}" destId="{E82F6112-C88E-40E8-86AC-E5AB43957AC9}" srcOrd="1" destOrd="0" presId="urn:microsoft.com/office/officeart/2005/8/layout/hierarchy2"/>
    <dgm:cxn modelId="{650D0590-CB2C-46DA-BA77-430AC262FDA8}" type="presParOf" srcId="{E82F6112-C88E-40E8-86AC-E5AB43957AC9}" destId="{8671DC78-C9B2-4B5B-8741-E304A5A23011}" srcOrd="0" destOrd="0" presId="urn:microsoft.com/office/officeart/2005/8/layout/hierarchy2"/>
    <dgm:cxn modelId="{6ACE46F5-6273-439D-91E1-D95050F2496A}" type="presParOf" srcId="{8671DC78-C9B2-4B5B-8741-E304A5A23011}" destId="{DC38500F-2DFC-4321-8784-3849FB63E10B}" srcOrd="0" destOrd="0" presId="urn:microsoft.com/office/officeart/2005/8/layout/hierarchy2"/>
    <dgm:cxn modelId="{8361521A-FCEA-46B5-9204-766F928668C1}" type="presParOf" srcId="{E82F6112-C88E-40E8-86AC-E5AB43957AC9}" destId="{35017EF2-5507-4337-B8FC-ED1838A6BF75}" srcOrd="1" destOrd="0" presId="urn:microsoft.com/office/officeart/2005/8/layout/hierarchy2"/>
    <dgm:cxn modelId="{4B3A9121-38A6-4CAB-876D-DF9FA35E3FA3}" type="presParOf" srcId="{35017EF2-5507-4337-B8FC-ED1838A6BF75}" destId="{5D1494CD-044A-4390-8C80-0B61C9FBDC39}" srcOrd="0" destOrd="0" presId="urn:microsoft.com/office/officeart/2005/8/layout/hierarchy2"/>
    <dgm:cxn modelId="{06019E96-AA53-47EF-B42F-5A4FD407F88A}" type="presParOf" srcId="{35017EF2-5507-4337-B8FC-ED1838A6BF75}" destId="{DF582733-97B3-452E-A1BE-6D11166CD6A8}" srcOrd="1" destOrd="0" presId="urn:microsoft.com/office/officeart/2005/8/layout/hierarchy2"/>
    <dgm:cxn modelId="{2F006738-AC17-4F41-9DDC-4DD955737754}" type="presParOf" srcId="{DF582733-97B3-452E-A1BE-6D11166CD6A8}" destId="{D41D71B0-8DB2-4EB5-827E-7BFAF6A13559}" srcOrd="0" destOrd="0" presId="urn:microsoft.com/office/officeart/2005/8/layout/hierarchy2"/>
    <dgm:cxn modelId="{0CDB0AF1-9935-43B4-B3F9-2CF1DDB88142}" type="presParOf" srcId="{D41D71B0-8DB2-4EB5-827E-7BFAF6A13559}" destId="{F1ACCE71-D7F2-4AE2-920A-1ED22C05A948}" srcOrd="0" destOrd="0" presId="urn:microsoft.com/office/officeart/2005/8/layout/hierarchy2"/>
    <dgm:cxn modelId="{3FF18BAF-3A64-4FD0-ABB3-9F696B5EF94C}" type="presParOf" srcId="{DF582733-97B3-452E-A1BE-6D11166CD6A8}" destId="{7E399563-B5FF-4DFD-A9CD-B86F39D5F8ED}" srcOrd="1" destOrd="0" presId="urn:microsoft.com/office/officeart/2005/8/layout/hierarchy2"/>
    <dgm:cxn modelId="{029B54B7-0334-4BE3-AA76-BE2C60254414}" type="presParOf" srcId="{7E399563-B5FF-4DFD-A9CD-B86F39D5F8ED}" destId="{D31F8600-6FB0-4F26-B71D-33346387235D}" srcOrd="0" destOrd="0" presId="urn:microsoft.com/office/officeart/2005/8/layout/hierarchy2"/>
    <dgm:cxn modelId="{25706434-1EC9-4DA9-9AE1-B0CDEC525FFB}" type="presParOf" srcId="{7E399563-B5FF-4DFD-A9CD-B86F39D5F8ED}" destId="{F861B235-7D99-4C81-B318-6724953B7EB7}" srcOrd="1" destOrd="0" presId="urn:microsoft.com/office/officeart/2005/8/layout/hierarchy2"/>
    <dgm:cxn modelId="{2E8F535A-E135-4207-B76C-24B5EE87091F}" type="presParOf" srcId="{F861B235-7D99-4C81-B318-6724953B7EB7}" destId="{E02F91CE-E9C2-4756-8D5F-00409A065CDA}" srcOrd="0" destOrd="0" presId="urn:microsoft.com/office/officeart/2005/8/layout/hierarchy2"/>
    <dgm:cxn modelId="{36F2B694-9B52-4619-AEDE-39191A16ECBA}" type="presParOf" srcId="{E02F91CE-E9C2-4756-8D5F-00409A065CDA}" destId="{40E59F38-A329-464E-9FD7-9EF643A6C094}" srcOrd="0" destOrd="0" presId="urn:microsoft.com/office/officeart/2005/8/layout/hierarchy2"/>
    <dgm:cxn modelId="{EEFCBF3D-4AF6-426A-8C31-88EF8FD06E0D}" type="presParOf" srcId="{F861B235-7D99-4C81-B318-6724953B7EB7}" destId="{1E966F26-ED2A-4FFE-9A7D-6394382A5044}" srcOrd="1" destOrd="0" presId="urn:microsoft.com/office/officeart/2005/8/layout/hierarchy2"/>
    <dgm:cxn modelId="{840475BD-53FF-4C7A-B073-A88B99E78B34}" type="presParOf" srcId="{1E966F26-ED2A-4FFE-9A7D-6394382A5044}" destId="{818FC408-DEB6-4CA7-A2A0-80E870C4ACC2}" srcOrd="0" destOrd="0" presId="urn:microsoft.com/office/officeart/2005/8/layout/hierarchy2"/>
    <dgm:cxn modelId="{5F11464E-A8B6-4AC7-A303-E889E8E935F9}" type="presParOf" srcId="{1E966F26-ED2A-4FFE-9A7D-6394382A5044}" destId="{F79D4169-F768-4004-9D9E-63DAEFF1ED8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0E7F5A-81E5-46B7-96EE-9CB77C47E54E}">
      <dsp:nvSpPr>
        <dsp:cNvPr id="0" name=""/>
        <dsp:cNvSpPr/>
      </dsp:nvSpPr>
      <dsp:spPr>
        <a:xfrm>
          <a:off x="3579272" y="1826"/>
          <a:ext cx="1063172" cy="5315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Matière</a:t>
          </a:r>
        </a:p>
      </dsp:txBody>
      <dsp:txXfrm>
        <a:off x="3594842" y="17396"/>
        <a:ext cx="1032032" cy="500446"/>
      </dsp:txXfrm>
    </dsp:sp>
    <dsp:sp modelId="{9BEFFEDD-A108-4C44-8912-65B4518F8C72}">
      <dsp:nvSpPr>
        <dsp:cNvPr id="0" name=""/>
        <dsp:cNvSpPr/>
      </dsp:nvSpPr>
      <dsp:spPr>
        <a:xfrm>
          <a:off x="4642445" y="260423"/>
          <a:ext cx="425268" cy="14392"/>
        </a:xfrm>
        <a:custGeom>
          <a:avLst/>
          <a:gdLst/>
          <a:ahLst/>
          <a:cxnLst/>
          <a:rect l="0" t="0" r="0" b="0"/>
          <a:pathLst>
            <a:path>
              <a:moveTo>
                <a:pt x="0" y="7196"/>
              </a:moveTo>
              <a:lnTo>
                <a:pt x="425268" y="7196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4844447" y="256987"/>
        <a:ext cx="21263" cy="21263"/>
      </dsp:txXfrm>
    </dsp:sp>
    <dsp:sp modelId="{C52A81F3-F435-4C97-A74E-873A6467CFCF}">
      <dsp:nvSpPr>
        <dsp:cNvPr id="0" name=""/>
        <dsp:cNvSpPr/>
      </dsp:nvSpPr>
      <dsp:spPr>
        <a:xfrm>
          <a:off x="5067713" y="1826"/>
          <a:ext cx="1063172" cy="53158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Fournisseur</a:t>
          </a:r>
        </a:p>
      </dsp:txBody>
      <dsp:txXfrm>
        <a:off x="5083283" y="17396"/>
        <a:ext cx="1032032" cy="500446"/>
      </dsp:txXfrm>
    </dsp:sp>
    <dsp:sp modelId="{02A5F568-F424-42B6-9F69-AE0BC12352C3}">
      <dsp:nvSpPr>
        <dsp:cNvPr id="0" name=""/>
        <dsp:cNvSpPr/>
      </dsp:nvSpPr>
      <dsp:spPr>
        <a:xfrm>
          <a:off x="6130886" y="260423"/>
          <a:ext cx="425268" cy="14392"/>
        </a:xfrm>
        <a:custGeom>
          <a:avLst/>
          <a:gdLst/>
          <a:ahLst/>
          <a:cxnLst/>
          <a:rect l="0" t="0" r="0" b="0"/>
          <a:pathLst>
            <a:path>
              <a:moveTo>
                <a:pt x="0" y="7196"/>
              </a:moveTo>
              <a:lnTo>
                <a:pt x="425268" y="7196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6332888" y="256987"/>
        <a:ext cx="21263" cy="21263"/>
      </dsp:txXfrm>
    </dsp:sp>
    <dsp:sp modelId="{F63F3160-C621-472F-BF32-55B86AA27248}">
      <dsp:nvSpPr>
        <dsp:cNvPr id="0" name=""/>
        <dsp:cNvSpPr/>
      </dsp:nvSpPr>
      <dsp:spPr>
        <a:xfrm>
          <a:off x="6556154" y="1826"/>
          <a:ext cx="1063172" cy="53158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Famille</a:t>
          </a:r>
        </a:p>
      </dsp:txBody>
      <dsp:txXfrm>
        <a:off x="6571724" y="17396"/>
        <a:ext cx="1032032" cy="500446"/>
      </dsp:txXfrm>
    </dsp:sp>
    <dsp:sp modelId="{0DCDCCCC-F7C2-4F71-93F6-CB787925D8B9}">
      <dsp:nvSpPr>
        <dsp:cNvPr id="0" name=""/>
        <dsp:cNvSpPr/>
      </dsp:nvSpPr>
      <dsp:spPr>
        <a:xfrm>
          <a:off x="3579272" y="1224474"/>
          <a:ext cx="1063172" cy="5315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Acier</a:t>
          </a:r>
        </a:p>
      </dsp:txBody>
      <dsp:txXfrm>
        <a:off x="3594842" y="1240044"/>
        <a:ext cx="1032032" cy="500446"/>
      </dsp:txXfrm>
    </dsp:sp>
    <dsp:sp modelId="{873993D8-DD99-43CA-8724-E2EBC3708C66}">
      <dsp:nvSpPr>
        <dsp:cNvPr id="0" name=""/>
        <dsp:cNvSpPr/>
      </dsp:nvSpPr>
      <dsp:spPr>
        <a:xfrm>
          <a:off x="4642445" y="1483071"/>
          <a:ext cx="425268" cy="14392"/>
        </a:xfrm>
        <a:custGeom>
          <a:avLst/>
          <a:gdLst/>
          <a:ahLst/>
          <a:cxnLst/>
          <a:rect l="0" t="0" r="0" b="0"/>
          <a:pathLst>
            <a:path>
              <a:moveTo>
                <a:pt x="0" y="7196"/>
              </a:moveTo>
              <a:lnTo>
                <a:pt x="425268" y="7196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4844447" y="1479635"/>
        <a:ext cx="21263" cy="21263"/>
      </dsp:txXfrm>
    </dsp:sp>
    <dsp:sp modelId="{B16E2B5B-62BD-486C-A201-B715913BD648}">
      <dsp:nvSpPr>
        <dsp:cNvPr id="0" name=""/>
        <dsp:cNvSpPr/>
      </dsp:nvSpPr>
      <dsp:spPr>
        <a:xfrm>
          <a:off x="5067713" y="1224474"/>
          <a:ext cx="1063172" cy="53158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Letoile</a:t>
          </a:r>
        </a:p>
      </dsp:txBody>
      <dsp:txXfrm>
        <a:off x="5083283" y="1240044"/>
        <a:ext cx="1032032" cy="500446"/>
      </dsp:txXfrm>
    </dsp:sp>
    <dsp:sp modelId="{AB1C85ED-8417-4966-9349-F58BB66D112B}">
      <dsp:nvSpPr>
        <dsp:cNvPr id="0" name=""/>
        <dsp:cNvSpPr/>
      </dsp:nvSpPr>
      <dsp:spPr>
        <a:xfrm rot="18289469">
          <a:off x="5971173" y="1177409"/>
          <a:ext cx="744694" cy="14392"/>
        </a:xfrm>
        <a:custGeom>
          <a:avLst/>
          <a:gdLst/>
          <a:ahLst/>
          <a:cxnLst/>
          <a:rect l="0" t="0" r="0" b="0"/>
          <a:pathLst>
            <a:path>
              <a:moveTo>
                <a:pt x="0" y="7196"/>
              </a:moveTo>
              <a:lnTo>
                <a:pt x="744694" y="7196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6324903" y="1165987"/>
        <a:ext cx="37234" cy="37234"/>
      </dsp:txXfrm>
    </dsp:sp>
    <dsp:sp modelId="{0C69C646-2C06-4B47-B24A-EE39EA800464}">
      <dsp:nvSpPr>
        <dsp:cNvPr id="0" name=""/>
        <dsp:cNvSpPr/>
      </dsp:nvSpPr>
      <dsp:spPr>
        <a:xfrm>
          <a:off x="6556154" y="613150"/>
          <a:ext cx="1063172" cy="53158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Tôles</a:t>
          </a:r>
        </a:p>
      </dsp:txBody>
      <dsp:txXfrm>
        <a:off x="6571724" y="628720"/>
        <a:ext cx="1032032" cy="500446"/>
      </dsp:txXfrm>
    </dsp:sp>
    <dsp:sp modelId="{D4618DDD-0A6E-48FA-9B66-B1D2F87552CD}">
      <dsp:nvSpPr>
        <dsp:cNvPr id="0" name=""/>
        <dsp:cNvSpPr/>
      </dsp:nvSpPr>
      <dsp:spPr>
        <a:xfrm>
          <a:off x="6130886" y="1483071"/>
          <a:ext cx="425268" cy="14392"/>
        </a:xfrm>
        <a:custGeom>
          <a:avLst/>
          <a:gdLst/>
          <a:ahLst/>
          <a:cxnLst/>
          <a:rect l="0" t="0" r="0" b="0"/>
          <a:pathLst>
            <a:path>
              <a:moveTo>
                <a:pt x="0" y="7196"/>
              </a:moveTo>
              <a:lnTo>
                <a:pt x="425268" y="7196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6332888" y="1479635"/>
        <a:ext cx="21263" cy="21263"/>
      </dsp:txXfrm>
    </dsp:sp>
    <dsp:sp modelId="{931214B0-6B68-4AA2-916E-70EA9EAAB5EA}">
      <dsp:nvSpPr>
        <dsp:cNvPr id="0" name=""/>
        <dsp:cNvSpPr/>
      </dsp:nvSpPr>
      <dsp:spPr>
        <a:xfrm>
          <a:off x="6556154" y="1224474"/>
          <a:ext cx="1063172" cy="53158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Barres</a:t>
          </a:r>
        </a:p>
      </dsp:txBody>
      <dsp:txXfrm>
        <a:off x="6571724" y="1240044"/>
        <a:ext cx="1032032" cy="500446"/>
      </dsp:txXfrm>
    </dsp:sp>
    <dsp:sp modelId="{6D8D8867-2E17-4149-855A-73DAE93B31B8}">
      <dsp:nvSpPr>
        <dsp:cNvPr id="0" name=""/>
        <dsp:cNvSpPr/>
      </dsp:nvSpPr>
      <dsp:spPr>
        <a:xfrm rot="3310531">
          <a:off x="5971173" y="1788733"/>
          <a:ext cx="744694" cy="14392"/>
        </a:xfrm>
        <a:custGeom>
          <a:avLst/>
          <a:gdLst/>
          <a:ahLst/>
          <a:cxnLst/>
          <a:rect l="0" t="0" r="0" b="0"/>
          <a:pathLst>
            <a:path>
              <a:moveTo>
                <a:pt x="0" y="7196"/>
              </a:moveTo>
              <a:lnTo>
                <a:pt x="744694" y="7196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6324903" y="1777311"/>
        <a:ext cx="37234" cy="37234"/>
      </dsp:txXfrm>
    </dsp:sp>
    <dsp:sp modelId="{0A2DEED4-5FFE-49EE-8BD8-BADE0E6A0493}">
      <dsp:nvSpPr>
        <dsp:cNvPr id="0" name=""/>
        <dsp:cNvSpPr/>
      </dsp:nvSpPr>
      <dsp:spPr>
        <a:xfrm>
          <a:off x="6556154" y="1835798"/>
          <a:ext cx="1063172" cy="53158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Profilés</a:t>
          </a:r>
        </a:p>
      </dsp:txBody>
      <dsp:txXfrm>
        <a:off x="6571724" y="1851368"/>
        <a:ext cx="1032032" cy="500446"/>
      </dsp:txXfrm>
    </dsp:sp>
    <dsp:sp modelId="{72A7FD9D-9280-40BD-9059-19DDFBFFA4A1}">
      <dsp:nvSpPr>
        <dsp:cNvPr id="0" name=""/>
        <dsp:cNvSpPr/>
      </dsp:nvSpPr>
      <dsp:spPr>
        <a:xfrm>
          <a:off x="3579272" y="3211276"/>
          <a:ext cx="1063172" cy="5315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Aluminium</a:t>
          </a:r>
        </a:p>
      </dsp:txBody>
      <dsp:txXfrm>
        <a:off x="3594842" y="3226846"/>
        <a:ext cx="1032032" cy="500446"/>
      </dsp:txXfrm>
    </dsp:sp>
    <dsp:sp modelId="{33274082-83C4-44EE-B04C-B8F846A46F86}">
      <dsp:nvSpPr>
        <dsp:cNvPr id="0" name=""/>
        <dsp:cNvSpPr/>
      </dsp:nvSpPr>
      <dsp:spPr>
        <a:xfrm rot="18770822">
          <a:off x="4542401" y="3240627"/>
          <a:ext cx="625355" cy="14392"/>
        </a:xfrm>
        <a:custGeom>
          <a:avLst/>
          <a:gdLst/>
          <a:ahLst/>
          <a:cxnLst/>
          <a:rect l="0" t="0" r="0" b="0"/>
          <a:pathLst>
            <a:path>
              <a:moveTo>
                <a:pt x="0" y="7196"/>
              </a:moveTo>
              <a:lnTo>
                <a:pt x="625355" y="7196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4839445" y="3232189"/>
        <a:ext cx="31267" cy="31267"/>
      </dsp:txXfrm>
    </dsp:sp>
    <dsp:sp modelId="{FD4F0E63-6F78-44B0-B7E1-0E24FCB996E9}">
      <dsp:nvSpPr>
        <dsp:cNvPr id="0" name=""/>
        <dsp:cNvSpPr/>
      </dsp:nvSpPr>
      <dsp:spPr>
        <a:xfrm>
          <a:off x="5067713" y="2752783"/>
          <a:ext cx="1063172" cy="53158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Almet</a:t>
          </a:r>
        </a:p>
      </dsp:txBody>
      <dsp:txXfrm>
        <a:off x="5083283" y="2768353"/>
        <a:ext cx="1032032" cy="500446"/>
      </dsp:txXfrm>
    </dsp:sp>
    <dsp:sp modelId="{A8EF0A3B-0394-4253-8DB2-900BC40DBC1E}">
      <dsp:nvSpPr>
        <dsp:cNvPr id="0" name=""/>
        <dsp:cNvSpPr/>
      </dsp:nvSpPr>
      <dsp:spPr>
        <a:xfrm rot="19457599">
          <a:off x="6081660" y="2858549"/>
          <a:ext cx="523720" cy="14392"/>
        </a:xfrm>
        <a:custGeom>
          <a:avLst/>
          <a:gdLst/>
          <a:ahLst/>
          <a:cxnLst/>
          <a:rect l="0" t="0" r="0" b="0"/>
          <a:pathLst>
            <a:path>
              <a:moveTo>
                <a:pt x="0" y="7196"/>
              </a:moveTo>
              <a:lnTo>
                <a:pt x="523720" y="7196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6330427" y="2852653"/>
        <a:ext cx="26186" cy="26186"/>
      </dsp:txXfrm>
    </dsp:sp>
    <dsp:sp modelId="{D68E8A56-535D-40CB-BA74-F95663019DA2}">
      <dsp:nvSpPr>
        <dsp:cNvPr id="0" name=""/>
        <dsp:cNvSpPr/>
      </dsp:nvSpPr>
      <dsp:spPr>
        <a:xfrm>
          <a:off x="6556154" y="2447121"/>
          <a:ext cx="1063172" cy="53158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Tôles</a:t>
          </a:r>
        </a:p>
      </dsp:txBody>
      <dsp:txXfrm>
        <a:off x="6571724" y="2462691"/>
        <a:ext cx="1032032" cy="500446"/>
      </dsp:txXfrm>
    </dsp:sp>
    <dsp:sp modelId="{F8BBAFDA-07D9-430F-B526-30614ED043EE}">
      <dsp:nvSpPr>
        <dsp:cNvPr id="0" name=""/>
        <dsp:cNvSpPr/>
      </dsp:nvSpPr>
      <dsp:spPr>
        <a:xfrm rot="2142401">
          <a:off x="6081660" y="3164211"/>
          <a:ext cx="523720" cy="14392"/>
        </a:xfrm>
        <a:custGeom>
          <a:avLst/>
          <a:gdLst/>
          <a:ahLst/>
          <a:cxnLst/>
          <a:rect l="0" t="0" r="0" b="0"/>
          <a:pathLst>
            <a:path>
              <a:moveTo>
                <a:pt x="0" y="7196"/>
              </a:moveTo>
              <a:lnTo>
                <a:pt x="523720" y="7196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6330427" y="3158314"/>
        <a:ext cx="26186" cy="26186"/>
      </dsp:txXfrm>
    </dsp:sp>
    <dsp:sp modelId="{8AB0E3E2-7B6A-4F3F-A097-DB47BB3F6329}">
      <dsp:nvSpPr>
        <dsp:cNvPr id="0" name=""/>
        <dsp:cNvSpPr/>
      </dsp:nvSpPr>
      <dsp:spPr>
        <a:xfrm>
          <a:off x="6556154" y="3058445"/>
          <a:ext cx="1063172" cy="53158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Profilés</a:t>
          </a:r>
        </a:p>
      </dsp:txBody>
      <dsp:txXfrm>
        <a:off x="6571724" y="3074015"/>
        <a:ext cx="1032032" cy="500446"/>
      </dsp:txXfrm>
    </dsp:sp>
    <dsp:sp modelId="{C8EE5838-3922-484D-8D45-8FDF5E7C0946}">
      <dsp:nvSpPr>
        <dsp:cNvPr id="0" name=""/>
        <dsp:cNvSpPr/>
      </dsp:nvSpPr>
      <dsp:spPr>
        <a:xfrm rot="2829178">
          <a:off x="4542401" y="3699120"/>
          <a:ext cx="625355" cy="14392"/>
        </a:xfrm>
        <a:custGeom>
          <a:avLst/>
          <a:gdLst/>
          <a:ahLst/>
          <a:cxnLst/>
          <a:rect l="0" t="0" r="0" b="0"/>
          <a:pathLst>
            <a:path>
              <a:moveTo>
                <a:pt x="0" y="7196"/>
              </a:moveTo>
              <a:lnTo>
                <a:pt x="625355" y="7196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4839445" y="3690682"/>
        <a:ext cx="31267" cy="31267"/>
      </dsp:txXfrm>
    </dsp:sp>
    <dsp:sp modelId="{7611B56D-21DD-4C0E-A9F8-70734F4E464B}">
      <dsp:nvSpPr>
        <dsp:cNvPr id="0" name=""/>
        <dsp:cNvSpPr/>
      </dsp:nvSpPr>
      <dsp:spPr>
        <a:xfrm>
          <a:off x="5067713" y="3669769"/>
          <a:ext cx="1063172" cy="53158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EMSO</a:t>
          </a:r>
        </a:p>
      </dsp:txBody>
      <dsp:txXfrm>
        <a:off x="5083283" y="3685339"/>
        <a:ext cx="1032032" cy="500446"/>
      </dsp:txXfrm>
    </dsp:sp>
    <dsp:sp modelId="{A0A3DC66-9F0B-4A90-8BC0-1B91B9EC4303}">
      <dsp:nvSpPr>
        <dsp:cNvPr id="0" name=""/>
        <dsp:cNvSpPr/>
      </dsp:nvSpPr>
      <dsp:spPr>
        <a:xfrm>
          <a:off x="6130886" y="3928366"/>
          <a:ext cx="425268" cy="14392"/>
        </a:xfrm>
        <a:custGeom>
          <a:avLst/>
          <a:gdLst/>
          <a:ahLst/>
          <a:cxnLst/>
          <a:rect l="0" t="0" r="0" b="0"/>
          <a:pathLst>
            <a:path>
              <a:moveTo>
                <a:pt x="0" y="7196"/>
              </a:moveTo>
              <a:lnTo>
                <a:pt x="425268" y="7196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6332888" y="3924931"/>
        <a:ext cx="21263" cy="21263"/>
      </dsp:txXfrm>
    </dsp:sp>
    <dsp:sp modelId="{F16D576B-15A8-44F4-898D-E051C38F5A34}">
      <dsp:nvSpPr>
        <dsp:cNvPr id="0" name=""/>
        <dsp:cNvSpPr/>
      </dsp:nvSpPr>
      <dsp:spPr>
        <a:xfrm>
          <a:off x="6556154" y="3669769"/>
          <a:ext cx="1063172" cy="53158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Barres</a:t>
          </a:r>
        </a:p>
      </dsp:txBody>
      <dsp:txXfrm>
        <a:off x="6571724" y="3685339"/>
        <a:ext cx="1032032" cy="500446"/>
      </dsp:txXfrm>
    </dsp:sp>
    <dsp:sp modelId="{5AEEE219-FCCD-45F8-A326-E6CED529452F}">
      <dsp:nvSpPr>
        <dsp:cNvPr id="0" name=""/>
        <dsp:cNvSpPr/>
      </dsp:nvSpPr>
      <dsp:spPr>
        <a:xfrm>
          <a:off x="3579272" y="5045248"/>
          <a:ext cx="1063172" cy="5315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Inox</a:t>
          </a:r>
        </a:p>
      </dsp:txBody>
      <dsp:txXfrm>
        <a:off x="3594842" y="5060818"/>
        <a:ext cx="1032032" cy="500446"/>
      </dsp:txXfrm>
    </dsp:sp>
    <dsp:sp modelId="{3C943A94-2CB3-481D-9358-4763B5FE133A}">
      <dsp:nvSpPr>
        <dsp:cNvPr id="0" name=""/>
        <dsp:cNvSpPr/>
      </dsp:nvSpPr>
      <dsp:spPr>
        <a:xfrm rot="18770822">
          <a:off x="4542401" y="5074599"/>
          <a:ext cx="625355" cy="14392"/>
        </a:xfrm>
        <a:custGeom>
          <a:avLst/>
          <a:gdLst/>
          <a:ahLst/>
          <a:cxnLst/>
          <a:rect l="0" t="0" r="0" b="0"/>
          <a:pathLst>
            <a:path>
              <a:moveTo>
                <a:pt x="0" y="7196"/>
              </a:moveTo>
              <a:lnTo>
                <a:pt x="625355" y="7196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4839445" y="5066161"/>
        <a:ext cx="31267" cy="31267"/>
      </dsp:txXfrm>
    </dsp:sp>
    <dsp:sp modelId="{536DA53B-AD0A-47E6-ACC6-128AEA4B2B9A}">
      <dsp:nvSpPr>
        <dsp:cNvPr id="0" name=""/>
        <dsp:cNvSpPr/>
      </dsp:nvSpPr>
      <dsp:spPr>
        <a:xfrm>
          <a:off x="5067713" y="4586755"/>
          <a:ext cx="1063172" cy="53158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Almet</a:t>
          </a:r>
        </a:p>
      </dsp:txBody>
      <dsp:txXfrm>
        <a:off x="5083283" y="4602325"/>
        <a:ext cx="1032032" cy="500446"/>
      </dsp:txXfrm>
    </dsp:sp>
    <dsp:sp modelId="{60B78C97-15BA-4B85-B664-BB853F7E01D1}">
      <dsp:nvSpPr>
        <dsp:cNvPr id="0" name=""/>
        <dsp:cNvSpPr/>
      </dsp:nvSpPr>
      <dsp:spPr>
        <a:xfrm rot="19457599">
          <a:off x="6081660" y="4692521"/>
          <a:ext cx="523720" cy="14392"/>
        </a:xfrm>
        <a:custGeom>
          <a:avLst/>
          <a:gdLst/>
          <a:ahLst/>
          <a:cxnLst/>
          <a:rect l="0" t="0" r="0" b="0"/>
          <a:pathLst>
            <a:path>
              <a:moveTo>
                <a:pt x="0" y="7196"/>
              </a:moveTo>
              <a:lnTo>
                <a:pt x="523720" y="7196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6330427" y="4686624"/>
        <a:ext cx="26186" cy="26186"/>
      </dsp:txXfrm>
    </dsp:sp>
    <dsp:sp modelId="{119E3FC0-84CF-4C6E-BB8E-E3A8122F9CF2}">
      <dsp:nvSpPr>
        <dsp:cNvPr id="0" name=""/>
        <dsp:cNvSpPr/>
      </dsp:nvSpPr>
      <dsp:spPr>
        <a:xfrm>
          <a:off x="6556154" y="4281093"/>
          <a:ext cx="1063172" cy="53158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Barres</a:t>
          </a:r>
        </a:p>
      </dsp:txBody>
      <dsp:txXfrm>
        <a:off x="6571724" y="4296663"/>
        <a:ext cx="1032032" cy="500446"/>
      </dsp:txXfrm>
    </dsp:sp>
    <dsp:sp modelId="{8A53420D-F234-4FA6-B574-3503D61C74D6}">
      <dsp:nvSpPr>
        <dsp:cNvPr id="0" name=""/>
        <dsp:cNvSpPr/>
      </dsp:nvSpPr>
      <dsp:spPr>
        <a:xfrm rot="2142401">
          <a:off x="6081660" y="4998183"/>
          <a:ext cx="523720" cy="14392"/>
        </a:xfrm>
        <a:custGeom>
          <a:avLst/>
          <a:gdLst/>
          <a:ahLst/>
          <a:cxnLst/>
          <a:rect l="0" t="0" r="0" b="0"/>
          <a:pathLst>
            <a:path>
              <a:moveTo>
                <a:pt x="0" y="7196"/>
              </a:moveTo>
              <a:lnTo>
                <a:pt x="523720" y="7196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6330427" y="4992286"/>
        <a:ext cx="26186" cy="26186"/>
      </dsp:txXfrm>
    </dsp:sp>
    <dsp:sp modelId="{B15339C1-AD38-41EA-86B9-51CAEE7FEDF0}">
      <dsp:nvSpPr>
        <dsp:cNvPr id="0" name=""/>
        <dsp:cNvSpPr/>
      </dsp:nvSpPr>
      <dsp:spPr>
        <a:xfrm>
          <a:off x="6556154" y="4892417"/>
          <a:ext cx="1063172" cy="53158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Profilés</a:t>
          </a:r>
        </a:p>
      </dsp:txBody>
      <dsp:txXfrm>
        <a:off x="6571724" y="4907987"/>
        <a:ext cx="1032032" cy="500446"/>
      </dsp:txXfrm>
    </dsp:sp>
    <dsp:sp modelId="{CE7D95C8-6E73-4DCF-9AC1-847E590ABAF1}">
      <dsp:nvSpPr>
        <dsp:cNvPr id="0" name=""/>
        <dsp:cNvSpPr/>
      </dsp:nvSpPr>
      <dsp:spPr>
        <a:xfrm rot="2829178">
          <a:off x="4542401" y="5533092"/>
          <a:ext cx="625355" cy="14392"/>
        </a:xfrm>
        <a:custGeom>
          <a:avLst/>
          <a:gdLst/>
          <a:ahLst/>
          <a:cxnLst/>
          <a:rect l="0" t="0" r="0" b="0"/>
          <a:pathLst>
            <a:path>
              <a:moveTo>
                <a:pt x="0" y="7196"/>
              </a:moveTo>
              <a:lnTo>
                <a:pt x="625355" y="7196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4839445" y="5524654"/>
        <a:ext cx="31267" cy="31267"/>
      </dsp:txXfrm>
    </dsp:sp>
    <dsp:sp modelId="{3EE27BA3-0B22-440A-B8B7-5F7706271600}">
      <dsp:nvSpPr>
        <dsp:cNvPr id="0" name=""/>
        <dsp:cNvSpPr/>
      </dsp:nvSpPr>
      <dsp:spPr>
        <a:xfrm>
          <a:off x="5067713" y="5503741"/>
          <a:ext cx="1063172" cy="53158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EMSO</a:t>
          </a:r>
        </a:p>
      </dsp:txBody>
      <dsp:txXfrm>
        <a:off x="5083283" y="5519311"/>
        <a:ext cx="1032032" cy="500446"/>
      </dsp:txXfrm>
    </dsp:sp>
    <dsp:sp modelId="{BD730D8A-157E-42C6-A2A2-318290B317B9}">
      <dsp:nvSpPr>
        <dsp:cNvPr id="0" name=""/>
        <dsp:cNvSpPr/>
      </dsp:nvSpPr>
      <dsp:spPr>
        <a:xfrm>
          <a:off x="6130886" y="5762338"/>
          <a:ext cx="425268" cy="14392"/>
        </a:xfrm>
        <a:custGeom>
          <a:avLst/>
          <a:gdLst/>
          <a:ahLst/>
          <a:cxnLst/>
          <a:rect l="0" t="0" r="0" b="0"/>
          <a:pathLst>
            <a:path>
              <a:moveTo>
                <a:pt x="0" y="7196"/>
              </a:moveTo>
              <a:lnTo>
                <a:pt x="425268" y="7196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6332888" y="5758903"/>
        <a:ext cx="21263" cy="21263"/>
      </dsp:txXfrm>
    </dsp:sp>
    <dsp:sp modelId="{93AF6A10-BE5F-47E0-BDD7-2CA7F811ED3E}">
      <dsp:nvSpPr>
        <dsp:cNvPr id="0" name=""/>
        <dsp:cNvSpPr/>
      </dsp:nvSpPr>
      <dsp:spPr>
        <a:xfrm>
          <a:off x="6556154" y="5503741"/>
          <a:ext cx="1063172" cy="53158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Tôles</a:t>
          </a:r>
        </a:p>
      </dsp:txBody>
      <dsp:txXfrm>
        <a:off x="6571724" y="5519311"/>
        <a:ext cx="1032032" cy="500446"/>
      </dsp:txXfrm>
    </dsp:sp>
    <dsp:sp modelId="{63E51ACC-51A7-4257-A5FA-2776195B1B47}">
      <dsp:nvSpPr>
        <dsp:cNvPr id="0" name=""/>
        <dsp:cNvSpPr/>
      </dsp:nvSpPr>
      <dsp:spPr>
        <a:xfrm>
          <a:off x="3579272" y="6115065"/>
          <a:ext cx="1063172" cy="5315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Autre</a:t>
          </a:r>
        </a:p>
      </dsp:txBody>
      <dsp:txXfrm>
        <a:off x="3594842" y="6130635"/>
        <a:ext cx="1032032" cy="500446"/>
      </dsp:txXfrm>
    </dsp:sp>
    <dsp:sp modelId="{20726EB9-413F-4AD1-9292-74A0BC32633F}">
      <dsp:nvSpPr>
        <dsp:cNvPr id="0" name=""/>
        <dsp:cNvSpPr/>
      </dsp:nvSpPr>
      <dsp:spPr>
        <a:xfrm>
          <a:off x="4642445" y="6373662"/>
          <a:ext cx="425268" cy="14392"/>
        </a:xfrm>
        <a:custGeom>
          <a:avLst/>
          <a:gdLst/>
          <a:ahLst/>
          <a:cxnLst/>
          <a:rect l="0" t="0" r="0" b="0"/>
          <a:pathLst>
            <a:path>
              <a:moveTo>
                <a:pt x="0" y="7196"/>
              </a:moveTo>
              <a:lnTo>
                <a:pt x="425268" y="7196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4844447" y="6370227"/>
        <a:ext cx="21263" cy="21263"/>
      </dsp:txXfrm>
    </dsp:sp>
    <dsp:sp modelId="{8146D087-6800-4D0E-9E74-08F483BE8C1A}">
      <dsp:nvSpPr>
        <dsp:cNvPr id="0" name=""/>
        <dsp:cNvSpPr/>
      </dsp:nvSpPr>
      <dsp:spPr>
        <a:xfrm>
          <a:off x="5067713" y="6115065"/>
          <a:ext cx="1063172" cy="53158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Ca dépend</a:t>
          </a:r>
        </a:p>
      </dsp:txBody>
      <dsp:txXfrm>
        <a:off x="5083283" y="6130635"/>
        <a:ext cx="1032032" cy="5004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6155DE-88CB-495B-BC99-0E5E05E30212}">
      <dsp:nvSpPr>
        <dsp:cNvPr id="0" name=""/>
        <dsp:cNvSpPr/>
      </dsp:nvSpPr>
      <dsp:spPr>
        <a:xfrm>
          <a:off x="480548" y="507"/>
          <a:ext cx="1163521" cy="581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Tôles</a:t>
          </a:r>
        </a:p>
      </dsp:txBody>
      <dsp:txXfrm>
        <a:off x="497587" y="17546"/>
        <a:ext cx="1129443" cy="547682"/>
      </dsp:txXfrm>
    </dsp:sp>
    <dsp:sp modelId="{EA33658C-D569-4A89-94CB-D954BB50E77D}">
      <dsp:nvSpPr>
        <dsp:cNvPr id="0" name=""/>
        <dsp:cNvSpPr/>
      </dsp:nvSpPr>
      <dsp:spPr>
        <a:xfrm>
          <a:off x="1644070" y="282565"/>
          <a:ext cx="46540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65408" y="8822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1865139" y="279752"/>
        <a:ext cx="23270" cy="23270"/>
      </dsp:txXfrm>
    </dsp:sp>
    <dsp:sp modelId="{DA9CEC15-E519-4CF9-B049-0DE680FDE618}">
      <dsp:nvSpPr>
        <dsp:cNvPr id="0" name=""/>
        <dsp:cNvSpPr/>
      </dsp:nvSpPr>
      <dsp:spPr>
        <a:xfrm>
          <a:off x="2109478" y="507"/>
          <a:ext cx="1163521" cy="58176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1000 x 2000</a:t>
          </a:r>
        </a:p>
      </dsp:txBody>
      <dsp:txXfrm>
        <a:off x="2126517" y="17546"/>
        <a:ext cx="1129443" cy="547682"/>
      </dsp:txXfrm>
    </dsp:sp>
    <dsp:sp modelId="{8B7452D5-AE88-4B65-A80E-89E5AF519FCD}">
      <dsp:nvSpPr>
        <dsp:cNvPr id="0" name=""/>
        <dsp:cNvSpPr/>
      </dsp:nvSpPr>
      <dsp:spPr>
        <a:xfrm>
          <a:off x="3272999" y="282565"/>
          <a:ext cx="46540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65408" y="8822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3494068" y="279752"/>
        <a:ext cx="23270" cy="23270"/>
      </dsp:txXfrm>
    </dsp:sp>
    <dsp:sp modelId="{67DC542D-0EAA-469D-AF21-F2E6315CB018}">
      <dsp:nvSpPr>
        <dsp:cNvPr id="0" name=""/>
        <dsp:cNvSpPr/>
      </dsp:nvSpPr>
      <dsp:spPr>
        <a:xfrm>
          <a:off x="3738408" y="507"/>
          <a:ext cx="1163521" cy="58176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Epaisseur</a:t>
          </a:r>
        </a:p>
      </dsp:txBody>
      <dsp:txXfrm>
        <a:off x="3755447" y="17546"/>
        <a:ext cx="1129443" cy="547682"/>
      </dsp:txXfrm>
    </dsp:sp>
    <dsp:sp modelId="{025F0915-55AE-42C2-82A8-F6DF9ED9740E}">
      <dsp:nvSpPr>
        <dsp:cNvPr id="0" name=""/>
        <dsp:cNvSpPr/>
      </dsp:nvSpPr>
      <dsp:spPr>
        <a:xfrm>
          <a:off x="480548" y="1338556"/>
          <a:ext cx="1163521" cy="581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Barres</a:t>
          </a:r>
        </a:p>
      </dsp:txBody>
      <dsp:txXfrm>
        <a:off x="497587" y="1355595"/>
        <a:ext cx="1129443" cy="547682"/>
      </dsp:txXfrm>
    </dsp:sp>
    <dsp:sp modelId="{6D8D8867-2E17-4149-855A-73DAE93B31B8}">
      <dsp:nvSpPr>
        <dsp:cNvPr id="0" name=""/>
        <dsp:cNvSpPr/>
      </dsp:nvSpPr>
      <dsp:spPr>
        <a:xfrm rot="18289469">
          <a:off x="1469282" y="1286102"/>
          <a:ext cx="814984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814984" y="8822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1856399" y="1274550"/>
        <a:ext cx="40749" cy="40749"/>
      </dsp:txXfrm>
    </dsp:sp>
    <dsp:sp modelId="{0A2DEED4-5FFE-49EE-8BD8-BADE0E6A0493}">
      <dsp:nvSpPr>
        <dsp:cNvPr id="0" name=""/>
        <dsp:cNvSpPr/>
      </dsp:nvSpPr>
      <dsp:spPr>
        <a:xfrm>
          <a:off x="2109478" y="669531"/>
          <a:ext cx="1163521" cy="58176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Ronde</a:t>
          </a:r>
        </a:p>
      </dsp:txBody>
      <dsp:txXfrm>
        <a:off x="2126517" y="686570"/>
        <a:ext cx="1129443" cy="547682"/>
      </dsp:txXfrm>
    </dsp:sp>
    <dsp:sp modelId="{3D6602D3-FBF3-40CF-8B8A-CE16DAF11DC8}">
      <dsp:nvSpPr>
        <dsp:cNvPr id="0" name=""/>
        <dsp:cNvSpPr/>
      </dsp:nvSpPr>
      <dsp:spPr>
        <a:xfrm>
          <a:off x="3272999" y="951590"/>
          <a:ext cx="46540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65408" y="8822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3494068" y="948777"/>
        <a:ext cx="23270" cy="23270"/>
      </dsp:txXfrm>
    </dsp:sp>
    <dsp:sp modelId="{267B0E97-4E29-48D7-8B60-9A292D21FEBB}">
      <dsp:nvSpPr>
        <dsp:cNvPr id="0" name=""/>
        <dsp:cNvSpPr/>
      </dsp:nvSpPr>
      <dsp:spPr>
        <a:xfrm>
          <a:off x="3738408" y="669531"/>
          <a:ext cx="1163521" cy="58176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Diamètre</a:t>
          </a:r>
        </a:p>
      </dsp:txBody>
      <dsp:txXfrm>
        <a:off x="3755447" y="686570"/>
        <a:ext cx="1129443" cy="547682"/>
      </dsp:txXfrm>
    </dsp:sp>
    <dsp:sp modelId="{4F726072-013B-4521-A0B5-F6048E4A2967}">
      <dsp:nvSpPr>
        <dsp:cNvPr id="0" name=""/>
        <dsp:cNvSpPr/>
      </dsp:nvSpPr>
      <dsp:spPr>
        <a:xfrm>
          <a:off x="4901929" y="951590"/>
          <a:ext cx="46540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65408" y="8822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5122998" y="948777"/>
        <a:ext cx="23270" cy="23270"/>
      </dsp:txXfrm>
    </dsp:sp>
    <dsp:sp modelId="{F5B5FF74-5D6D-4B1F-9B66-695AEFF45EE1}">
      <dsp:nvSpPr>
        <dsp:cNvPr id="0" name=""/>
        <dsp:cNvSpPr/>
      </dsp:nvSpPr>
      <dsp:spPr>
        <a:xfrm>
          <a:off x="5367338" y="669531"/>
          <a:ext cx="1163521" cy="581760"/>
        </a:xfrm>
        <a:prstGeom prst="roundRect">
          <a:avLst>
            <a:gd name="adj" fmla="val 10000"/>
          </a:avLst>
        </a:prstGeom>
        <a:solidFill>
          <a:srgbClr val="196B24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 dirty="0">
            <a:solidFill>
              <a:prstClr val="white"/>
            </a:solidFill>
            <a:latin typeface="Aptos" panose="02110004020202020204"/>
            <a:ea typeface="+mn-ea"/>
            <a:cs typeface="+mn-cs"/>
          </a:endParaRPr>
        </a:p>
      </dsp:txBody>
      <dsp:txXfrm>
        <a:off x="5384377" y="686570"/>
        <a:ext cx="1129443" cy="547682"/>
      </dsp:txXfrm>
    </dsp:sp>
    <dsp:sp modelId="{04D22E9A-3D0E-4310-9C97-4B7F6B70E88D}">
      <dsp:nvSpPr>
        <dsp:cNvPr id="0" name=""/>
        <dsp:cNvSpPr/>
      </dsp:nvSpPr>
      <dsp:spPr>
        <a:xfrm>
          <a:off x="6530859" y="951590"/>
          <a:ext cx="46540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65408" y="8822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6751928" y="948777"/>
        <a:ext cx="23270" cy="23270"/>
      </dsp:txXfrm>
    </dsp:sp>
    <dsp:sp modelId="{30967D37-F8D0-4D67-B192-F779407EBE59}">
      <dsp:nvSpPr>
        <dsp:cNvPr id="0" name=""/>
        <dsp:cNvSpPr/>
      </dsp:nvSpPr>
      <dsp:spPr>
        <a:xfrm>
          <a:off x="6996268" y="669531"/>
          <a:ext cx="1163521" cy="581760"/>
        </a:xfrm>
        <a:prstGeom prst="roundRect">
          <a:avLst>
            <a:gd name="adj" fmla="val 10000"/>
          </a:avLst>
        </a:prstGeom>
        <a:solidFill>
          <a:srgbClr val="196B24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 dirty="0">
            <a:solidFill>
              <a:prstClr val="white"/>
            </a:solidFill>
            <a:latin typeface="Aptos" panose="02110004020202020204"/>
            <a:ea typeface="+mn-ea"/>
            <a:cs typeface="+mn-cs"/>
          </a:endParaRPr>
        </a:p>
      </dsp:txBody>
      <dsp:txXfrm>
        <a:off x="7013307" y="686570"/>
        <a:ext cx="1129443" cy="547682"/>
      </dsp:txXfrm>
    </dsp:sp>
    <dsp:sp modelId="{31335A80-483C-453F-8006-0D6B709853A5}">
      <dsp:nvSpPr>
        <dsp:cNvPr id="0" name=""/>
        <dsp:cNvSpPr/>
      </dsp:nvSpPr>
      <dsp:spPr>
        <a:xfrm>
          <a:off x="8159789" y="951590"/>
          <a:ext cx="46540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65408" y="8822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8380858" y="948777"/>
        <a:ext cx="23270" cy="23270"/>
      </dsp:txXfrm>
    </dsp:sp>
    <dsp:sp modelId="{44592C25-CCFA-4703-97E9-8E7DC920B17E}">
      <dsp:nvSpPr>
        <dsp:cNvPr id="0" name=""/>
        <dsp:cNvSpPr/>
      </dsp:nvSpPr>
      <dsp:spPr>
        <a:xfrm>
          <a:off x="8625197" y="669531"/>
          <a:ext cx="1163521" cy="58176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Longueur coupée</a:t>
          </a:r>
        </a:p>
      </dsp:txBody>
      <dsp:txXfrm>
        <a:off x="8642236" y="686570"/>
        <a:ext cx="1129443" cy="547682"/>
      </dsp:txXfrm>
    </dsp:sp>
    <dsp:sp modelId="{B2E772F6-30C5-4BEA-8AFD-32D0F58EB0FF}">
      <dsp:nvSpPr>
        <dsp:cNvPr id="0" name=""/>
        <dsp:cNvSpPr/>
      </dsp:nvSpPr>
      <dsp:spPr>
        <a:xfrm>
          <a:off x="1644070" y="1620614"/>
          <a:ext cx="46540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65408" y="8822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1865139" y="1617801"/>
        <a:ext cx="23270" cy="23270"/>
      </dsp:txXfrm>
    </dsp:sp>
    <dsp:sp modelId="{9575B717-D2FD-48E0-882D-EED3958A5FDF}">
      <dsp:nvSpPr>
        <dsp:cNvPr id="0" name=""/>
        <dsp:cNvSpPr/>
      </dsp:nvSpPr>
      <dsp:spPr>
        <a:xfrm>
          <a:off x="2109478" y="1338556"/>
          <a:ext cx="1163521" cy="58176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Carré</a:t>
          </a:r>
        </a:p>
      </dsp:txBody>
      <dsp:txXfrm>
        <a:off x="2126517" y="1355595"/>
        <a:ext cx="1129443" cy="547682"/>
      </dsp:txXfrm>
    </dsp:sp>
    <dsp:sp modelId="{5CBEEEE8-FE30-46FE-82BC-125A951A46EA}">
      <dsp:nvSpPr>
        <dsp:cNvPr id="0" name=""/>
        <dsp:cNvSpPr/>
      </dsp:nvSpPr>
      <dsp:spPr>
        <a:xfrm>
          <a:off x="3272999" y="1620614"/>
          <a:ext cx="46540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65408" y="8822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3494068" y="1617801"/>
        <a:ext cx="23270" cy="23270"/>
      </dsp:txXfrm>
    </dsp:sp>
    <dsp:sp modelId="{5325545C-E943-48D5-B79C-E635132F252C}">
      <dsp:nvSpPr>
        <dsp:cNvPr id="0" name=""/>
        <dsp:cNvSpPr/>
      </dsp:nvSpPr>
      <dsp:spPr>
        <a:xfrm>
          <a:off x="3738408" y="1338556"/>
          <a:ext cx="1163521" cy="58176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Coté</a:t>
          </a:r>
        </a:p>
      </dsp:txBody>
      <dsp:txXfrm>
        <a:off x="3755447" y="1355595"/>
        <a:ext cx="1129443" cy="547682"/>
      </dsp:txXfrm>
    </dsp:sp>
    <dsp:sp modelId="{9155715D-0D92-4BE8-92A1-CC899B55BBE6}">
      <dsp:nvSpPr>
        <dsp:cNvPr id="0" name=""/>
        <dsp:cNvSpPr/>
      </dsp:nvSpPr>
      <dsp:spPr>
        <a:xfrm>
          <a:off x="4901929" y="1620614"/>
          <a:ext cx="46540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65408" y="8822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5122998" y="1617801"/>
        <a:ext cx="23270" cy="23270"/>
      </dsp:txXfrm>
    </dsp:sp>
    <dsp:sp modelId="{64BA0741-005B-485F-972C-C19C40E6E8B2}">
      <dsp:nvSpPr>
        <dsp:cNvPr id="0" name=""/>
        <dsp:cNvSpPr/>
      </dsp:nvSpPr>
      <dsp:spPr>
        <a:xfrm>
          <a:off x="5367338" y="1338556"/>
          <a:ext cx="1163521" cy="581760"/>
        </a:xfrm>
        <a:prstGeom prst="roundRect">
          <a:avLst>
            <a:gd name="adj" fmla="val 10000"/>
          </a:avLst>
        </a:prstGeom>
        <a:solidFill>
          <a:srgbClr val="196B24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 dirty="0">
            <a:solidFill>
              <a:prstClr val="white"/>
            </a:solidFill>
            <a:latin typeface="Aptos" panose="02110004020202020204"/>
            <a:ea typeface="+mn-ea"/>
            <a:cs typeface="+mn-cs"/>
          </a:endParaRPr>
        </a:p>
      </dsp:txBody>
      <dsp:txXfrm>
        <a:off x="5384377" y="1355595"/>
        <a:ext cx="1129443" cy="547682"/>
      </dsp:txXfrm>
    </dsp:sp>
    <dsp:sp modelId="{C8ED3D86-5B10-4BFF-80C1-EC63A7646349}">
      <dsp:nvSpPr>
        <dsp:cNvPr id="0" name=""/>
        <dsp:cNvSpPr/>
      </dsp:nvSpPr>
      <dsp:spPr>
        <a:xfrm>
          <a:off x="6530859" y="1620614"/>
          <a:ext cx="46540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65408" y="8822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6751928" y="1617801"/>
        <a:ext cx="23270" cy="23270"/>
      </dsp:txXfrm>
    </dsp:sp>
    <dsp:sp modelId="{87B3F704-BBD5-4040-BD1C-141CD5EC444D}">
      <dsp:nvSpPr>
        <dsp:cNvPr id="0" name=""/>
        <dsp:cNvSpPr/>
      </dsp:nvSpPr>
      <dsp:spPr>
        <a:xfrm>
          <a:off x="6996268" y="1338556"/>
          <a:ext cx="1163521" cy="581760"/>
        </a:xfrm>
        <a:prstGeom prst="roundRect">
          <a:avLst>
            <a:gd name="adj" fmla="val 10000"/>
          </a:avLst>
        </a:prstGeom>
        <a:solidFill>
          <a:srgbClr val="196B24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 dirty="0">
            <a:solidFill>
              <a:prstClr val="white"/>
            </a:solidFill>
            <a:latin typeface="Aptos" panose="02110004020202020204"/>
            <a:ea typeface="+mn-ea"/>
            <a:cs typeface="+mn-cs"/>
          </a:endParaRPr>
        </a:p>
      </dsp:txBody>
      <dsp:txXfrm>
        <a:off x="7013307" y="1355595"/>
        <a:ext cx="1129443" cy="547682"/>
      </dsp:txXfrm>
    </dsp:sp>
    <dsp:sp modelId="{9A146FDE-E343-4256-A749-3EBC7484B030}">
      <dsp:nvSpPr>
        <dsp:cNvPr id="0" name=""/>
        <dsp:cNvSpPr/>
      </dsp:nvSpPr>
      <dsp:spPr>
        <a:xfrm>
          <a:off x="8159789" y="1620614"/>
          <a:ext cx="46540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65408" y="8822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8380858" y="1617801"/>
        <a:ext cx="23270" cy="23270"/>
      </dsp:txXfrm>
    </dsp:sp>
    <dsp:sp modelId="{BE7FF2C4-34E2-4F53-97AB-77DFA37B82BC}">
      <dsp:nvSpPr>
        <dsp:cNvPr id="0" name=""/>
        <dsp:cNvSpPr/>
      </dsp:nvSpPr>
      <dsp:spPr>
        <a:xfrm>
          <a:off x="8625197" y="1338556"/>
          <a:ext cx="1163521" cy="58176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Longueur coupée</a:t>
          </a:r>
        </a:p>
      </dsp:txBody>
      <dsp:txXfrm>
        <a:off x="8642236" y="1355595"/>
        <a:ext cx="1129443" cy="547682"/>
      </dsp:txXfrm>
    </dsp:sp>
    <dsp:sp modelId="{4E1198CB-6576-4286-97D6-F422C5B13E79}">
      <dsp:nvSpPr>
        <dsp:cNvPr id="0" name=""/>
        <dsp:cNvSpPr/>
      </dsp:nvSpPr>
      <dsp:spPr>
        <a:xfrm rot="3310531">
          <a:off x="1469282" y="1955127"/>
          <a:ext cx="814984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814984" y="8822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1856399" y="1943574"/>
        <a:ext cx="40749" cy="40749"/>
      </dsp:txXfrm>
    </dsp:sp>
    <dsp:sp modelId="{CA2B0ADE-54B1-4DBF-97A2-EA9031210210}">
      <dsp:nvSpPr>
        <dsp:cNvPr id="0" name=""/>
        <dsp:cNvSpPr/>
      </dsp:nvSpPr>
      <dsp:spPr>
        <a:xfrm>
          <a:off x="2109478" y="2007581"/>
          <a:ext cx="1163521" cy="58176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Méplat</a:t>
          </a:r>
        </a:p>
      </dsp:txBody>
      <dsp:txXfrm>
        <a:off x="2126517" y="2024620"/>
        <a:ext cx="1129443" cy="547682"/>
      </dsp:txXfrm>
    </dsp:sp>
    <dsp:sp modelId="{66245B8C-FC8E-470D-83CE-4D927C9D3942}">
      <dsp:nvSpPr>
        <dsp:cNvPr id="0" name=""/>
        <dsp:cNvSpPr/>
      </dsp:nvSpPr>
      <dsp:spPr>
        <a:xfrm>
          <a:off x="3272999" y="2289639"/>
          <a:ext cx="46540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65408" y="8822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3494068" y="2286826"/>
        <a:ext cx="23270" cy="23270"/>
      </dsp:txXfrm>
    </dsp:sp>
    <dsp:sp modelId="{3BA7550D-87C1-4F2B-9F1A-93E556D58185}">
      <dsp:nvSpPr>
        <dsp:cNvPr id="0" name=""/>
        <dsp:cNvSpPr/>
      </dsp:nvSpPr>
      <dsp:spPr>
        <a:xfrm>
          <a:off x="3738408" y="2007581"/>
          <a:ext cx="1163521" cy="58176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Largeur</a:t>
          </a:r>
        </a:p>
      </dsp:txBody>
      <dsp:txXfrm>
        <a:off x="3755447" y="2024620"/>
        <a:ext cx="1129443" cy="547682"/>
      </dsp:txXfrm>
    </dsp:sp>
    <dsp:sp modelId="{D30C3B14-10CE-435E-8D93-1DB31E1807F1}">
      <dsp:nvSpPr>
        <dsp:cNvPr id="0" name=""/>
        <dsp:cNvSpPr/>
      </dsp:nvSpPr>
      <dsp:spPr>
        <a:xfrm>
          <a:off x="4901929" y="2289639"/>
          <a:ext cx="46540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65408" y="8822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5122998" y="2286826"/>
        <a:ext cx="23270" cy="23270"/>
      </dsp:txXfrm>
    </dsp:sp>
    <dsp:sp modelId="{0D3645E1-4F99-42E8-94B3-533A26E4B789}">
      <dsp:nvSpPr>
        <dsp:cNvPr id="0" name=""/>
        <dsp:cNvSpPr/>
      </dsp:nvSpPr>
      <dsp:spPr>
        <a:xfrm>
          <a:off x="5367338" y="2007581"/>
          <a:ext cx="1163521" cy="581760"/>
        </a:xfrm>
        <a:prstGeom prst="roundRect">
          <a:avLst>
            <a:gd name="adj" fmla="val 10000"/>
          </a:avLst>
        </a:prstGeom>
        <a:solidFill>
          <a:srgbClr val="196B24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Hauteur</a:t>
          </a:r>
        </a:p>
      </dsp:txBody>
      <dsp:txXfrm>
        <a:off x="5384377" y="2024620"/>
        <a:ext cx="1129443" cy="547682"/>
      </dsp:txXfrm>
    </dsp:sp>
    <dsp:sp modelId="{01C9D394-8384-4041-9E01-AC32303AEF53}">
      <dsp:nvSpPr>
        <dsp:cNvPr id="0" name=""/>
        <dsp:cNvSpPr/>
      </dsp:nvSpPr>
      <dsp:spPr>
        <a:xfrm>
          <a:off x="6530859" y="2289639"/>
          <a:ext cx="46540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65408" y="8822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6751928" y="2286826"/>
        <a:ext cx="23270" cy="23270"/>
      </dsp:txXfrm>
    </dsp:sp>
    <dsp:sp modelId="{B1EBE91E-AC36-4954-8B57-F13DFADDD958}">
      <dsp:nvSpPr>
        <dsp:cNvPr id="0" name=""/>
        <dsp:cNvSpPr/>
      </dsp:nvSpPr>
      <dsp:spPr>
        <a:xfrm>
          <a:off x="6996268" y="2007581"/>
          <a:ext cx="1163521" cy="581760"/>
        </a:xfrm>
        <a:prstGeom prst="roundRect">
          <a:avLst>
            <a:gd name="adj" fmla="val 10000"/>
          </a:avLst>
        </a:prstGeom>
        <a:solidFill>
          <a:srgbClr val="196B24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 dirty="0">
            <a:solidFill>
              <a:prstClr val="white"/>
            </a:solidFill>
            <a:latin typeface="Aptos" panose="02110004020202020204"/>
            <a:ea typeface="+mn-ea"/>
            <a:cs typeface="+mn-cs"/>
          </a:endParaRPr>
        </a:p>
      </dsp:txBody>
      <dsp:txXfrm>
        <a:off x="7013307" y="2024620"/>
        <a:ext cx="1129443" cy="547682"/>
      </dsp:txXfrm>
    </dsp:sp>
    <dsp:sp modelId="{5986A7F4-A824-49E5-A61F-D95031DC6F9C}">
      <dsp:nvSpPr>
        <dsp:cNvPr id="0" name=""/>
        <dsp:cNvSpPr/>
      </dsp:nvSpPr>
      <dsp:spPr>
        <a:xfrm>
          <a:off x="8159789" y="2289639"/>
          <a:ext cx="46540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65408" y="8822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8380858" y="2286826"/>
        <a:ext cx="23270" cy="23270"/>
      </dsp:txXfrm>
    </dsp:sp>
    <dsp:sp modelId="{22452D13-B3AD-4570-BFCA-A3E2938C2FA8}">
      <dsp:nvSpPr>
        <dsp:cNvPr id="0" name=""/>
        <dsp:cNvSpPr/>
      </dsp:nvSpPr>
      <dsp:spPr>
        <a:xfrm>
          <a:off x="8625197" y="2007581"/>
          <a:ext cx="1163521" cy="58176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Longueur coupée</a:t>
          </a:r>
        </a:p>
      </dsp:txBody>
      <dsp:txXfrm>
        <a:off x="8642236" y="2024620"/>
        <a:ext cx="1129443" cy="547682"/>
      </dsp:txXfrm>
    </dsp:sp>
    <dsp:sp modelId="{2D9BB59C-BB77-4D2D-A60D-EA3550FF4699}">
      <dsp:nvSpPr>
        <dsp:cNvPr id="0" name=""/>
        <dsp:cNvSpPr/>
      </dsp:nvSpPr>
      <dsp:spPr>
        <a:xfrm>
          <a:off x="480548" y="4014655"/>
          <a:ext cx="1163521" cy="581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Profilés</a:t>
          </a:r>
        </a:p>
      </dsp:txBody>
      <dsp:txXfrm>
        <a:off x="497587" y="4031694"/>
        <a:ext cx="1129443" cy="547682"/>
      </dsp:txXfrm>
    </dsp:sp>
    <dsp:sp modelId="{D0A2BEC9-FB1C-46EA-8DF7-D83B2E441C0F}">
      <dsp:nvSpPr>
        <dsp:cNvPr id="0" name=""/>
        <dsp:cNvSpPr/>
      </dsp:nvSpPr>
      <dsp:spPr>
        <a:xfrm rot="17350740">
          <a:off x="1168434" y="3627689"/>
          <a:ext cx="1416679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1416679" y="8822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1841357" y="3601094"/>
        <a:ext cx="70833" cy="70833"/>
      </dsp:txXfrm>
    </dsp:sp>
    <dsp:sp modelId="{EF29C579-7F23-47E1-9663-C3728A9941F8}">
      <dsp:nvSpPr>
        <dsp:cNvPr id="0" name=""/>
        <dsp:cNvSpPr/>
      </dsp:nvSpPr>
      <dsp:spPr>
        <a:xfrm>
          <a:off x="2109478" y="2676606"/>
          <a:ext cx="1163521" cy="58176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Tubes rond</a:t>
          </a:r>
        </a:p>
      </dsp:txBody>
      <dsp:txXfrm>
        <a:off x="2126517" y="2693645"/>
        <a:ext cx="1129443" cy="547682"/>
      </dsp:txXfrm>
    </dsp:sp>
    <dsp:sp modelId="{39832F87-AA4C-46C2-854D-088BF231B7C4}">
      <dsp:nvSpPr>
        <dsp:cNvPr id="0" name=""/>
        <dsp:cNvSpPr/>
      </dsp:nvSpPr>
      <dsp:spPr>
        <a:xfrm>
          <a:off x="3272999" y="2958664"/>
          <a:ext cx="46540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65408" y="8822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3494068" y="2955851"/>
        <a:ext cx="23270" cy="23270"/>
      </dsp:txXfrm>
    </dsp:sp>
    <dsp:sp modelId="{A34E1A0B-E25E-4C0E-BFE8-A0F518799AEA}">
      <dsp:nvSpPr>
        <dsp:cNvPr id="0" name=""/>
        <dsp:cNvSpPr/>
      </dsp:nvSpPr>
      <dsp:spPr>
        <a:xfrm>
          <a:off x="3738408" y="2676606"/>
          <a:ext cx="1163521" cy="58176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Diamètre </a:t>
          </a:r>
          <a:r>
            <a:rPr lang="fr-FR" sz="1500" kern="1200" dirty="0" err="1"/>
            <a:t>ext</a:t>
          </a:r>
          <a:endParaRPr lang="fr-FR" sz="1500" kern="1200" dirty="0"/>
        </a:p>
      </dsp:txBody>
      <dsp:txXfrm>
        <a:off x="3755447" y="2693645"/>
        <a:ext cx="1129443" cy="547682"/>
      </dsp:txXfrm>
    </dsp:sp>
    <dsp:sp modelId="{2E39AB4D-C413-4F9F-B131-29049683F4AB}">
      <dsp:nvSpPr>
        <dsp:cNvPr id="0" name=""/>
        <dsp:cNvSpPr/>
      </dsp:nvSpPr>
      <dsp:spPr>
        <a:xfrm>
          <a:off x="4901929" y="2958664"/>
          <a:ext cx="46540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65408" y="8822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5122998" y="2955851"/>
        <a:ext cx="23270" cy="23270"/>
      </dsp:txXfrm>
    </dsp:sp>
    <dsp:sp modelId="{5D174761-B9F5-4373-94A3-4173BA5088FF}">
      <dsp:nvSpPr>
        <dsp:cNvPr id="0" name=""/>
        <dsp:cNvSpPr/>
      </dsp:nvSpPr>
      <dsp:spPr>
        <a:xfrm>
          <a:off x="5367338" y="2676606"/>
          <a:ext cx="1163521" cy="581760"/>
        </a:xfrm>
        <a:prstGeom prst="roundRect">
          <a:avLst>
            <a:gd name="adj" fmla="val 10000"/>
          </a:avLst>
        </a:prstGeom>
        <a:solidFill>
          <a:srgbClr val="196B24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Epaisseur</a:t>
          </a:r>
        </a:p>
      </dsp:txBody>
      <dsp:txXfrm>
        <a:off x="5384377" y="2693645"/>
        <a:ext cx="1129443" cy="547682"/>
      </dsp:txXfrm>
    </dsp:sp>
    <dsp:sp modelId="{8D3D5C7E-AEE6-4D97-B8CE-4A3D3181085E}">
      <dsp:nvSpPr>
        <dsp:cNvPr id="0" name=""/>
        <dsp:cNvSpPr/>
      </dsp:nvSpPr>
      <dsp:spPr>
        <a:xfrm>
          <a:off x="6530859" y="2958664"/>
          <a:ext cx="46540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65408" y="8822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6751928" y="2955851"/>
        <a:ext cx="23270" cy="23270"/>
      </dsp:txXfrm>
    </dsp:sp>
    <dsp:sp modelId="{193E1507-74E0-4005-AFAC-AA2CFA88B004}">
      <dsp:nvSpPr>
        <dsp:cNvPr id="0" name=""/>
        <dsp:cNvSpPr/>
      </dsp:nvSpPr>
      <dsp:spPr>
        <a:xfrm>
          <a:off x="6996268" y="2676606"/>
          <a:ext cx="1163521" cy="581760"/>
        </a:xfrm>
        <a:prstGeom prst="roundRect">
          <a:avLst>
            <a:gd name="adj" fmla="val 10000"/>
          </a:avLst>
        </a:prstGeom>
        <a:solidFill>
          <a:srgbClr val="196B24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 dirty="0">
            <a:solidFill>
              <a:prstClr val="white"/>
            </a:solidFill>
            <a:latin typeface="Aptos" panose="02110004020202020204"/>
            <a:ea typeface="+mn-ea"/>
            <a:cs typeface="+mn-cs"/>
          </a:endParaRPr>
        </a:p>
      </dsp:txBody>
      <dsp:txXfrm>
        <a:off x="7013307" y="2693645"/>
        <a:ext cx="1129443" cy="547682"/>
      </dsp:txXfrm>
    </dsp:sp>
    <dsp:sp modelId="{75EE3BE2-56DC-4DA7-B474-7B1C6564CC80}">
      <dsp:nvSpPr>
        <dsp:cNvPr id="0" name=""/>
        <dsp:cNvSpPr/>
      </dsp:nvSpPr>
      <dsp:spPr>
        <a:xfrm>
          <a:off x="8159789" y="2958664"/>
          <a:ext cx="46540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65408" y="8822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8380858" y="2955851"/>
        <a:ext cx="23270" cy="23270"/>
      </dsp:txXfrm>
    </dsp:sp>
    <dsp:sp modelId="{DDA5781D-2379-4961-9364-66BAB442C062}">
      <dsp:nvSpPr>
        <dsp:cNvPr id="0" name=""/>
        <dsp:cNvSpPr/>
      </dsp:nvSpPr>
      <dsp:spPr>
        <a:xfrm>
          <a:off x="8625197" y="2676606"/>
          <a:ext cx="1163521" cy="58176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Longueur coupée</a:t>
          </a:r>
        </a:p>
      </dsp:txBody>
      <dsp:txXfrm>
        <a:off x="8642236" y="2693645"/>
        <a:ext cx="1129443" cy="547682"/>
      </dsp:txXfrm>
    </dsp:sp>
    <dsp:sp modelId="{F54580D2-05CF-48BD-BCB6-4D25DFB1FDCF}">
      <dsp:nvSpPr>
        <dsp:cNvPr id="0" name=""/>
        <dsp:cNvSpPr/>
      </dsp:nvSpPr>
      <dsp:spPr>
        <a:xfrm rot="18289469">
          <a:off x="1469282" y="3962201"/>
          <a:ext cx="814984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814984" y="8822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1856399" y="3950649"/>
        <a:ext cx="40749" cy="40749"/>
      </dsp:txXfrm>
    </dsp:sp>
    <dsp:sp modelId="{F34E412C-B428-4185-BA8C-6D0F02C8E2E8}">
      <dsp:nvSpPr>
        <dsp:cNvPr id="0" name=""/>
        <dsp:cNvSpPr/>
      </dsp:nvSpPr>
      <dsp:spPr>
        <a:xfrm>
          <a:off x="2109478" y="3345630"/>
          <a:ext cx="1163521" cy="58176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Tubes carrés</a:t>
          </a:r>
        </a:p>
      </dsp:txBody>
      <dsp:txXfrm>
        <a:off x="2126517" y="3362669"/>
        <a:ext cx="1129443" cy="547682"/>
      </dsp:txXfrm>
    </dsp:sp>
    <dsp:sp modelId="{CC0C8873-4368-4C71-A14D-B620FF86FAE5}">
      <dsp:nvSpPr>
        <dsp:cNvPr id="0" name=""/>
        <dsp:cNvSpPr/>
      </dsp:nvSpPr>
      <dsp:spPr>
        <a:xfrm>
          <a:off x="3272999" y="3627689"/>
          <a:ext cx="46540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65408" y="8822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3494068" y="3624876"/>
        <a:ext cx="23270" cy="23270"/>
      </dsp:txXfrm>
    </dsp:sp>
    <dsp:sp modelId="{09E684D6-24E4-40D0-AC35-D1583D184316}">
      <dsp:nvSpPr>
        <dsp:cNvPr id="0" name=""/>
        <dsp:cNvSpPr/>
      </dsp:nvSpPr>
      <dsp:spPr>
        <a:xfrm>
          <a:off x="3738408" y="3345630"/>
          <a:ext cx="1163521" cy="58176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Coté </a:t>
          </a:r>
          <a:r>
            <a:rPr lang="fr-FR" sz="1500" kern="1200" dirty="0" err="1"/>
            <a:t>ext</a:t>
          </a:r>
          <a:endParaRPr lang="fr-FR" sz="1500" kern="1200" dirty="0"/>
        </a:p>
      </dsp:txBody>
      <dsp:txXfrm>
        <a:off x="3755447" y="3362669"/>
        <a:ext cx="1129443" cy="547682"/>
      </dsp:txXfrm>
    </dsp:sp>
    <dsp:sp modelId="{18367A81-3FF6-4140-88F1-53A688C7EEF7}">
      <dsp:nvSpPr>
        <dsp:cNvPr id="0" name=""/>
        <dsp:cNvSpPr/>
      </dsp:nvSpPr>
      <dsp:spPr>
        <a:xfrm>
          <a:off x="4901929" y="3627689"/>
          <a:ext cx="46540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65408" y="8822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5122998" y="3624876"/>
        <a:ext cx="23270" cy="23270"/>
      </dsp:txXfrm>
    </dsp:sp>
    <dsp:sp modelId="{B54B342F-4058-4381-A87C-F809DC694490}">
      <dsp:nvSpPr>
        <dsp:cNvPr id="0" name=""/>
        <dsp:cNvSpPr/>
      </dsp:nvSpPr>
      <dsp:spPr>
        <a:xfrm>
          <a:off x="5367338" y="3345630"/>
          <a:ext cx="1163521" cy="581760"/>
        </a:xfrm>
        <a:prstGeom prst="roundRect">
          <a:avLst>
            <a:gd name="adj" fmla="val 10000"/>
          </a:avLst>
        </a:prstGeom>
        <a:solidFill>
          <a:srgbClr val="196B24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Epaisseur</a:t>
          </a:r>
        </a:p>
      </dsp:txBody>
      <dsp:txXfrm>
        <a:off x="5384377" y="3362669"/>
        <a:ext cx="1129443" cy="547682"/>
      </dsp:txXfrm>
    </dsp:sp>
    <dsp:sp modelId="{E80A9E59-D8EA-4536-8D4A-05D43284E65E}">
      <dsp:nvSpPr>
        <dsp:cNvPr id="0" name=""/>
        <dsp:cNvSpPr/>
      </dsp:nvSpPr>
      <dsp:spPr>
        <a:xfrm>
          <a:off x="6530859" y="3627689"/>
          <a:ext cx="46540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65408" y="8822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6751928" y="3624876"/>
        <a:ext cx="23270" cy="23270"/>
      </dsp:txXfrm>
    </dsp:sp>
    <dsp:sp modelId="{478F67D9-482D-41EB-A6DB-A5E660ADC0E1}">
      <dsp:nvSpPr>
        <dsp:cNvPr id="0" name=""/>
        <dsp:cNvSpPr/>
      </dsp:nvSpPr>
      <dsp:spPr>
        <a:xfrm>
          <a:off x="6996268" y="3345630"/>
          <a:ext cx="1163521" cy="581760"/>
        </a:xfrm>
        <a:prstGeom prst="roundRect">
          <a:avLst>
            <a:gd name="adj" fmla="val 10000"/>
          </a:avLst>
        </a:prstGeom>
        <a:solidFill>
          <a:srgbClr val="196B24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 dirty="0">
            <a:solidFill>
              <a:prstClr val="white"/>
            </a:solidFill>
            <a:latin typeface="Aptos" panose="02110004020202020204"/>
            <a:ea typeface="+mn-ea"/>
            <a:cs typeface="+mn-cs"/>
          </a:endParaRPr>
        </a:p>
      </dsp:txBody>
      <dsp:txXfrm>
        <a:off x="7013307" y="3362669"/>
        <a:ext cx="1129443" cy="547682"/>
      </dsp:txXfrm>
    </dsp:sp>
    <dsp:sp modelId="{7CBB7AAD-5A9D-4BAB-AF85-F7779D4FE441}">
      <dsp:nvSpPr>
        <dsp:cNvPr id="0" name=""/>
        <dsp:cNvSpPr/>
      </dsp:nvSpPr>
      <dsp:spPr>
        <a:xfrm>
          <a:off x="8159789" y="3627689"/>
          <a:ext cx="46540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65408" y="8822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8380858" y="3624876"/>
        <a:ext cx="23270" cy="23270"/>
      </dsp:txXfrm>
    </dsp:sp>
    <dsp:sp modelId="{90717B44-C385-4C77-9B0C-E490A268078B}">
      <dsp:nvSpPr>
        <dsp:cNvPr id="0" name=""/>
        <dsp:cNvSpPr/>
      </dsp:nvSpPr>
      <dsp:spPr>
        <a:xfrm>
          <a:off x="8625197" y="3345630"/>
          <a:ext cx="1163521" cy="58176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Longueur coupée</a:t>
          </a:r>
        </a:p>
      </dsp:txBody>
      <dsp:txXfrm>
        <a:off x="8642236" y="3362669"/>
        <a:ext cx="1129443" cy="547682"/>
      </dsp:txXfrm>
    </dsp:sp>
    <dsp:sp modelId="{E9BAE295-DEBC-455B-A16F-FEF2FC421F89}">
      <dsp:nvSpPr>
        <dsp:cNvPr id="0" name=""/>
        <dsp:cNvSpPr/>
      </dsp:nvSpPr>
      <dsp:spPr>
        <a:xfrm>
          <a:off x="1644070" y="4296713"/>
          <a:ext cx="46540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65408" y="8822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1865139" y="4293900"/>
        <a:ext cx="23270" cy="23270"/>
      </dsp:txXfrm>
    </dsp:sp>
    <dsp:sp modelId="{B68F16A3-B365-4DA7-A0DB-50C0D7526535}">
      <dsp:nvSpPr>
        <dsp:cNvPr id="0" name=""/>
        <dsp:cNvSpPr/>
      </dsp:nvSpPr>
      <dsp:spPr>
        <a:xfrm>
          <a:off x="2109478" y="4014655"/>
          <a:ext cx="1163521" cy="58176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Tubes rectangulaires</a:t>
          </a:r>
        </a:p>
      </dsp:txBody>
      <dsp:txXfrm>
        <a:off x="2126517" y="4031694"/>
        <a:ext cx="1129443" cy="547682"/>
      </dsp:txXfrm>
    </dsp:sp>
    <dsp:sp modelId="{4B86F1D6-F376-4126-B541-08EA381270EC}">
      <dsp:nvSpPr>
        <dsp:cNvPr id="0" name=""/>
        <dsp:cNvSpPr/>
      </dsp:nvSpPr>
      <dsp:spPr>
        <a:xfrm>
          <a:off x="3272999" y="4296713"/>
          <a:ext cx="46540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65408" y="8822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3494068" y="4293900"/>
        <a:ext cx="23270" cy="23270"/>
      </dsp:txXfrm>
    </dsp:sp>
    <dsp:sp modelId="{BCA81231-D517-457B-BA69-018F38782763}">
      <dsp:nvSpPr>
        <dsp:cNvPr id="0" name=""/>
        <dsp:cNvSpPr/>
      </dsp:nvSpPr>
      <dsp:spPr>
        <a:xfrm>
          <a:off x="3738408" y="4014655"/>
          <a:ext cx="1163521" cy="58176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Largeur</a:t>
          </a:r>
        </a:p>
      </dsp:txBody>
      <dsp:txXfrm>
        <a:off x="3755447" y="4031694"/>
        <a:ext cx="1129443" cy="547682"/>
      </dsp:txXfrm>
    </dsp:sp>
    <dsp:sp modelId="{68E5DE6B-5081-4C35-A37F-9E54B00B28A6}">
      <dsp:nvSpPr>
        <dsp:cNvPr id="0" name=""/>
        <dsp:cNvSpPr/>
      </dsp:nvSpPr>
      <dsp:spPr>
        <a:xfrm>
          <a:off x="4901929" y="4296713"/>
          <a:ext cx="46540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65408" y="8822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5122998" y="4293900"/>
        <a:ext cx="23270" cy="23270"/>
      </dsp:txXfrm>
    </dsp:sp>
    <dsp:sp modelId="{32111A26-C3F3-4A30-A81D-3A12686099CF}">
      <dsp:nvSpPr>
        <dsp:cNvPr id="0" name=""/>
        <dsp:cNvSpPr/>
      </dsp:nvSpPr>
      <dsp:spPr>
        <a:xfrm>
          <a:off x="5367338" y="4014655"/>
          <a:ext cx="1163521" cy="581760"/>
        </a:xfrm>
        <a:prstGeom prst="roundRect">
          <a:avLst>
            <a:gd name="adj" fmla="val 10000"/>
          </a:avLst>
        </a:prstGeom>
        <a:solidFill>
          <a:srgbClr val="196B24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Hauteur</a:t>
          </a:r>
        </a:p>
      </dsp:txBody>
      <dsp:txXfrm>
        <a:off x="5384377" y="4031694"/>
        <a:ext cx="1129443" cy="547682"/>
      </dsp:txXfrm>
    </dsp:sp>
    <dsp:sp modelId="{9129BF3A-732E-4B88-B877-98060695B41F}">
      <dsp:nvSpPr>
        <dsp:cNvPr id="0" name=""/>
        <dsp:cNvSpPr/>
      </dsp:nvSpPr>
      <dsp:spPr>
        <a:xfrm>
          <a:off x="6530859" y="4296713"/>
          <a:ext cx="46540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65408" y="8822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6751928" y="4293900"/>
        <a:ext cx="23270" cy="23270"/>
      </dsp:txXfrm>
    </dsp:sp>
    <dsp:sp modelId="{5F48C2A9-1743-4C13-A5FE-B75547D04C87}">
      <dsp:nvSpPr>
        <dsp:cNvPr id="0" name=""/>
        <dsp:cNvSpPr/>
      </dsp:nvSpPr>
      <dsp:spPr>
        <a:xfrm>
          <a:off x="6996268" y="4014655"/>
          <a:ext cx="1163521" cy="581760"/>
        </a:xfrm>
        <a:prstGeom prst="roundRect">
          <a:avLst>
            <a:gd name="adj" fmla="val 10000"/>
          </a:avLst>
        </a:prstGeom>
        <a:solidFill>
          <a:srgbClr val="196B24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Epaisseur</a:t>
          </a:r>
        </a:p>
      </dsp:txBody>
      <dsp:txXfrm>
        <a:off x="7013307" y="4031694"/>
        <a:ext cx="1129443" cy="547682"/>
      </dsp:txXfrm>
    </dsp:sp>
    <dsp:sp modelId="{E310C904-B295-4905-8448-FCC192E7F863}">
      <dsp:nvSpPr>
        <dsp:cNvPr id="0" name=""/>
        <dsp:cNvSpPr/>
      </dsp:nvSpPr>
      <dsp:spPr>
        <a:xfrm>
          <a:off x="8159789" y="4296713"/>
          <a:ext cx="46540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65408" y="8822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8380858" y="4293900"/>
        <a:ext cx="23270" cy="23270"/>
      </dsp:txXfrm>
    </dsp:sp>
    <dsp:sp modelId="{DC5B42F3-4F67-49D0-9D49-55A9008F0B50}">
      <dsp:nvSpPr>
        <dsp:cNvPr id="0" name=""/>
        <dsp:cNvSpPr/>
      </dsp:nvSpPr>
      <dsp:spPr>
        <a:xfrm>
          <a:off x="8625197" y="4014655"/>
          <a:ext cx="1163521" cy="58176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Longueur coupée</a:t>
          </a:r>
        </a:p>
      </dsp:txBody>
      <dsp:txXfrm>
        <a:off x="8642236" y="4031694"/>
        <a:ext cx="1129443" cy="547682"/>
      </dsp:txXfrm>
    </dsp:sp>
    <dsp:sp modelId="{24238CA2-110A-4897-8083-EBF6F3940FFB}">
      <dsp:nvSpPr>
        <dsp:cNvPr id="0" name=""/>
        <dsp:cNvSpPr/>
      </dsp:nvSpPr>
      <dsp:spPr>
        <a:xfrm rot="3310531">
          <a:off x="1469282" y="4631226"/>
          <a:ext cx="814984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814984" y="8822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1856399" y="4619673"/>
        <a:ext cx="40749" cy="40749"/>
      </dsp:txXfrm>
    </dsp:sp>
    <dsp:sp modelId="{901190A5-B5D3-4E6B-A690-DF8D5382FB87}">
      <dsp:nvSpPr>
        <dsp:cNvPr id="0" name=""/>
        <dsp:cNvSpPr/>
      </dsp:nvSpPr>
      <dsp:spPr>
        <a:xfrm>
          <a:off x="2109478" y="4683680"/>
          <a:ext cx="1163521" cy="58176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Cornière</a:t>
          </a:r>
        </a:p>
      </dsp:txBody>
      <dsp:txXfrm>
        <a:off x="2126517" y="4700719"/>
        <a:ext cx="1129443" cy="547682"/>
      </dsp:txXfrm>
    </dsp:sp>
    <dsp:sp modelId="{9E83B7BE-7036-437C-B1C8-D022CDFF2ADC}">
      <dsp:nvSpPr>
        <dsp:cNvPr id="0" name=""/>
        <dsp:cNvSpPr/>
      </dsp:nvSpPr>
      <dsp:spPr>
        <a:xfrm>
          <a:off x="3272999" y="4965738"/>
          <a:ext cx="46540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65408" y="8822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3494068" y="4962925"/>
        <a:ext cx="23270" cy="23270"/>
      </dsp:txXfrm>
    </dsp:sp>
    <dsp:sp modelId="{795A990A-0358-40F0-9A22-EBB094EC8568}">
      <dsp:nvSpPr>
        <dsp:cNvPr id="0" name=""/>
        <dsp:cNvSpPr/>
      </dsp:nvSpPr>
      <dsp:spPr>
        <a:xfrm>
          <a:off x="3738408" y="4683680"/>
          <a:ext cx="1163521" cy="58176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Largeur</a:t>
          </a:r>
        </a:p>
      </dsp:txBody>
      <dsp:txXfrm>
        <a:off x="3755447" y="4700719"/>
        <a:ext cx="1129443" cy="547682"/>
      </dsp:txXfrm>
    </dsp:sp>
    <dsp:sp modelId="{FEAD7668-D25E-4273-BCD7-0EE3C802BCA8}">
      <dsp:nvSpPr>
        <dsp:cNvPr id="0" name=""/>
        <dsp:cNvSpPr/>
      </dsp:nvSpPr>
      <dsp:spPr>
        <a:xfrm>
          <a:off x="4901929" y="4965738"/>
          <a:ext cx="46540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65408" y="8822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5122998" y="4962925"/>
        <a:ext cx="23270" cy="23270"/>
      </dsp:txXfrm>
    </dsp:sp>
    <dsp:sp modelId="{87253E76-124F-4426-A088-41481F1BB359}">
      <dsp:nvSpPr>
        <dsp:cNvPr id="0" name=""/>
        <dsp:cNvSpPr/>
      </dsp:nvSpPr>
      <dsp:spPr>
        <a:xfrm>
          <a:off x="5367338" y="4683680"/>
          <a:ext cx="1163521" cy="581760"/>
        </a:xfrm>
        <a:prstGeom prst="roundRect">
          <a:avLst>
            <a:gd name="adj" fmla="val 10000"/>
          </a:avLst>
        </a:prstGeom>
        <a:solidFill>
          <a:srgbClr val="196B24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Hauteur</a:t>
          </a:r>
        </a:p>
      </dsp:txBody>
      <dsp:txXfrm>
        <a:off x="5384377" y="4700719"/>
        <a:ext cx="1129443" cy="547682"/>
      </dsp:txXfrm>
    </dsp:sp>
    <dsp:sp modelId="{7D473827-5661-4327-B788-CBA55B684E17}">
      <dsp:nvSpPr>
        <dsp:cNvPr id="0" name=""/>
        <dsp:cNvSpPr/>
      </dsp:nvSpPr>
      <dsp:spPr>
        <a:xfrm>
          <a:off x="6530859" y="4965738"/>
          <a:ext cx="46540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65408" y="8822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6751928" y="4962925"/>
        <a:ext cx="23270" cy="23270"/>
      </dsp:txXfrm>
    </dsp:sp>
    <dsp:sp modelId="{B9356D8F-32D6-40D4-9BE6-E5F6903D6CC9}">
      <dsp:nvSpPr>
        <dsp:cNvPr id="0" name=""/>
        <dsp:cNvSpPr/>
      </dsp:nvSpPr>
      <dsp:spPr>
        <a:xfrm>
          <a:off x="6996268" y="4683680"/>
          <a:ext cx="1163521" cy="581760"/>
        </a:xfrm>
        <a:prstGeom prst="roundRect">
          <a:avLst>
            <a:gd name="adj" fmla="val 10000"/>
          </a:avLst>
        </a:prstGeom>
        <a:solidFill>
          <a:srgbClr val="196B24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Epaisseur</a:t>
          </a:r>
        </a:p>
      </dsp:txBody>
      <dsp:txXfrm>
        <a:off x="7013307" y="4700719"/>
        <a:ext cx="1129443" cy="547682"/>
      </dsp:txXfrm>
    </dsp:sp>
    <dsp:sp modelId="{F9C7AC9B-FBAF-4E37-A607-0FF91034F564}">
      <dsp:nvSpPr>
        <dsp:cNvPr id="0" name=""/>
        <dsp:cNvSpPr/>
      </dsp:nvSpPr>
      <dsp:spPr>
        <a:xfrm>
          <a:off x="8159789" y="4965738"/>
          <a:ext cx="46540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65408" y="8822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8380858" y="4962925"/>
        <a:ext cx="23270" cy="23270"/>
      </dsp:txXfrm>
    </dsp:sp>
    <dsp:sp modelId="{BDF0E233-439A-44B2-9243-AA5F658EB1DC}">
      <dsp:nvSpPr>
        <dsp:cNvPr id="0" name=""/>
        <dsp:cNvSpPr/>
      </dsp:nvSpPr>
      <dsp:spPr>
        <a:xfrm>
          <a:off x="8625197" y="4683680"/>
          <a:ext cx="1163521" cy="58176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Longueur coupée</a:t>
          </a:r>
        </a:p>
      </dsp:txBody>
      <dsp:txXfrm>
        <a:off x="8642236" y="4700719"/>
        <a:ext cx="1129443" cy="547682"/>
      </dsp:txXfrm>
    </dsp:sp>
    <dsp:sp modelId="{6F7F0DAC-0E76-4FFE-BD2B-4D21DD7B2CB1}">
      <dsp:nvSpPr>
        <dsp:cNvPr id="0" name=""/>
        <dsp:cNvSpPr/>
      </dsp:nvSpPr>
      <dsp:spPr>
        <a:xfrm rot="4249260">
          <a:off x="1168434" y="4965738"/>
          <a:ext cx="1416679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1416679" y="8822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1841357" y="4939143"/>
        <a:ext cx="70833" cy="70833"/>
      </dsp:txXfrm>
    </dsp:sp>
    <dsp:sp modelId="{993F26C3-9BD7-40E0-8DA1-D2C958E7BA31}">
      <dsp:nvSpPr>
        <dsp:cNvPr id="0" name=""/>
        <dsp:cNvSpPr/>
      </dsp:nvSpPr>
      <dsp:spPr>
        <a:xfrm>
          <a:off x="2109478" y="5352705"/>
          <a:ext cx="1163521" cy="58176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Plat</a:t>
          </a:r>
        </a:p>
      </dsp:txBody>
      <dsp:txXfrm>
        <a:off x="2126517" y="5369744"/>
        <a:ext cx="1129443" cy="547682"/>
      </dsp:txXfrm>
    </dsp:sp>
    <dsp:sp modelId="{8F95E185-8E83-4B67-987F-5CF8CE643303}">
      <dsp:nvSpPr>
        <dsp:cNvPr id="0" name=""/>
        <dsp:cNvSpPr/>
      </dsp:nvSpPr>
      <dsp:spPr>
        <a:xfrm>
          <a:off x="3272999" y="5634763"/>
          <a:ext cx="46540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65408" y="8822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3494068" y="5631950"/>
        <a:ext cx="23270" cy="23270"/>
      </dsp:txXfrm>
    </dsp:sp>
    <dsp:sp modelId="{E7EA8F95-ABF1-4692-A7DB-D7F1569514CB}">
      <dsp:nvSpPr>
        <dsp:cNvPr id="0" name=""/>
        <dsp:cNvSpPr/>
      </dsp:nvSpPr>
      <dsp:spPr>
        <a:xfrm>
          <a:off x="3738408" y="5352705"/>
          <a:ext cx="1163521" cy="58176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Largeur</a:t>
          </a:r>
        </a:p>
      </dsp:txBody>
      <dsp:txXfrm>
        <a:off x="3755447" y="5369744"/>
        <a:ext cx="1129443" cy="547682"/>
      </dsp:txXfrm>
    </dsp:sp>
    <dsp:sp modelId="{9ECE648D-9B2C-4CD6-9229-31AB23C51CB2}">
      <dsp:nvSpPr>
        <dsp:cNvPr id="0" name=""/>
        <dsp:cNvSpPr/>
      </dsp:nvSpPr>
      <dsp:spPr>
        <a:xfrm>
          <a:off x="4901929" y="5634763"/>
          <a:ext cx="46540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65408" y="8822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5122998" y="5631950"/>
        <a:ext cx="23270" cy="23270"/>
      </dsp:txXfrm>
    </dsp:sp>
    <dsp:sp modelId="{0A259A28-5390-4595-A775-C2E2A400DAB4}">
      <dsp:nvSpPr>
        <dsp:cNvPr id="0" name=""/>
        <dsp:cNvSpPr/>
      </dsp:nvSpPr>
      <dsp:spPr>
        <a:xfrm>
          <a:off x="5367338" y="5352705"/>
          <a:ext cx="1163521" cy="581760"/>
        </a:xfrm>
        <a:prstGeom prst="roundRect">
          <a:avLst>
            <a:gd name="adj" fmla="val 10000"/>
          </a:avLst>
        </a:prstGeom>
        <a:solidFill>
          <a:srgbClr val="196B24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Hauteur</a:t>
          </a:r>
        </a:p>
      </dsp:txBody>
      <dsp:txXfrm>
        <a:off x="5384377" y="5369744"/>
        <a:ext cx="1129443" cy="547682"/>
      </dsp:txXfrm>
    </dsp:sp>
    <dsp:sp modelId="{7C185EC7-F3FF-4846-A11B-002AAA039ADC}">
      <dsp:nvSpPr>
        <dsp:cNvPr id="0" name=""/>
        <dsp:cNvSpPr/>
      </dsp:nvSpPr>
      <dsp:spPr>
        <a:xfrm>
          <a:off x="6530859" y="5634763"/>
          <a:ext cx="46540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65408" y="8822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6751928" y="5631950"/>
        <a:ext cx="23270" cy="23270"/>
      </dsp:txXfrm>
    </dsp:sp>
    <dsp:sp modelId="{D54E0105-6B6E-4476-B0AD-740827AFB43D}">
      <dsp:nvSpPr>
        <dsp:cNvPr id="0" name=""/>
        <dsp:cNvSpPr/>
      </dsp:nvSpPr>
      <dsp:spPr>
        <a:xfrm>
          <a:off x="6996268" y="5352705"/>
          <a:ext cx="1163521" cy="581760"/>
        </a:xfrm>
        <a:prstGeom prst="roundRect">
          <a:avLst>
            <a:gd name="adj" fmla="val 10000"/>
          </a:avLst>
        </a:prstGeom>
        <a:solidFill>
          <a:srgbClr val="196B24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600" kern="1200" dirty="0">
            <a:solidFill>
              <a:prstClr val="white"/>
            </a:solidFill>
            <a:latin typeface="Aptos" panose="02110004020202020204"/>
            <a:ea typeface="+mn-ea"/>
            <a:cs typeface="+mn-cs"/>
          </a:endParaRPr>
        </a:p>
      </dsp:txBody>
      <dsp:txXfrm>
        <a:off x="7013307" y="5369744"/>
        <a:ext cx="1129443" cy="547682"/>
      </dsp:txXfrm>
    </dsp:sp>
    <dsp:sp modelId="{FA6B2FAD-4BAA-4003-9259-A6686765183D}">
      <dsp:nvSpPr>
        <dsp:cNvPr id="0" name=""/>
        <dsp:cNvSpPr/>
      </dsp:nvSpPr>
      <dsp:spPr>
        <a:xfrm>
          <a:off x="8159789" y="5634763"/>
          <a:ext cx="465408" cy="17644"/>
        </a:xfrm>
        <a:custGeom>
          <a:avLst/>
          <a:gdLst/>
          <a:ahLst/>
          <a:cxnLst/>
          <a:rect l="0" t="0" r="0" b="0"/>
          <a:pathLst>
            <a:path>
              <a:moveTo>
                <a:pt x="0" y="8822"/>
              </a:moveTo>
              <a:lnTo>
                <a:pt x="465408" y="8822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8380858" y="5631950"/>
        <a:ext cx="23270" cy="23270"/>
      </dsp:txXfrm>
    </dsp:sp>
    <dsp:sp modelId="{DFA5E034-FCB0-4A68-9310-11346B89EEA8}">
      <dsp:nvSpPr>
        <dsp:cNvPr id="0" name=""/>
        <dsp:cNvSpPr/>
      </dsp:nvSpPr>
      <dsp:spPr>
        <a:xfrm>
          <a:off x="8625197" y="5352705"/>
          <a:ext cx="1163521" cy="58176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Longueur coupée</a:t>
          </a:r>
        </a:p>
      </dsp:txBody>
      <dsp:txXfrm>
        <a:off x="8642236" y="5369744"/>
        <a:ext cx="1129443" cy="5476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EBC21A-E8DE-4A05-8ACE-0E952D4D00FA}">
      <dsp:nvSpPr>
        <dsp:cNvPr id="0" name=""/>
        <dsp:cNvSpPr/>
      </dsp:nvSpPr>
      <dsp:spPr>
        <a:xfrm>
          <a:off x="355" y="85947"/>
          <a:ext cx="1167112" cy="5835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Famille</a:t>
          </a:r>
        </a:p>
      </dsp:txBody>
      <dsp:txXfrm>
        <a:off x="17447" y="103039"/>
        <a:ext cx="1132928" cy="549372"/>
      </dsp:txXfrm>
    </dsp:sp>
    <dsp:sp modelId="{B9B2881C-E641-4D58-AFD9-3D2993297AEE}">
      <dsp:nvSpPr>
        <dsp:cNvPr id="0" name=""/>
        <dsp:cNvSpPr/>
      </dsp:nvSpPr>
      <dsp:spPr>
        <a:xfrm>
          <a:off x="1167468" y="308204"/>
          <a:ext cx="466845" cy="139042"/>
        </a:xfrm>
        <a:custGeom>
          <a:avLst/>
          <a:gdLst/>
          <a:ahLst/>
          <a:cxnLst/>
          <a:rect l="0" t="0" r="0" b="0"/>
          <a:pathLst>
            <a:path>
              <a:moveTo>
                <a:pt x="0" y="69521"/>
              </a:moveTo>
              <a:lnTo>
                <a:pt x="466845" y="69521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1389220" y="366054"/>
        <a:ext cx="23342" cy="23342"/>
      </dsp:txXfrm>
    </dsp:sp>
    <dsp:sp modelId="{314DB8B6-8CA1-4EFB-827B-5C4688307A88}">
      <dsp:nvSpPr>
        <dsp:cNvPr id="0" name=""/>
        <dsp:cNvSpPr/>
      </dsp:nvSpPr>
      <dsp:spPr>
        <a:xfrm>
          <a:off x="1634313" y="85947"/>
          <a:ext cx="1167112" cy="58355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Type</a:t>
          </a:r>
        </a:p>
      </dsp:txBody>
      <dsp:txXfrm>
        <a:off x="1651405" y="103039"/>
        <a:ext cx="1132928" cy="549372"/>
      </dsp:txXfrm>
    </dsp:sp>
    <dsp:sp modelId="{8C64B78E-F0EE-42FD-BE47-C6E9C51BEF9A}">
      <dsp:nvSpPr>
        <dsp:cNvPr id="0" name=""/>
        <dsp:cNvSpPr/>
      </dsp:nvSpPr>
      <dsp:spPr>
        <a:xfrm>
          <a:off x="2801426" y="308204"/>
          <a:ext cx="466845" cy="139042"/>
        </a:xfrm>
        <a:custGeom>
          <a:avLst/>
          <a:gdLst/>
          <a:ahLst/>
          <a:cxnLst/>
          <a:rect l="0" t="0" r="0" b="0"/>
          <a:pathLst>
            <a:path>
              <a:moveTo>
                <a:pt x="0" y="69521"/>
              </a:moveTo>
              <a:lnTo>
                <a:pt x="466845" y="69521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3023177" y="366054"/>
        <a:ext cx="23342" cy="23342"/>
      </dsp:txXfrm>
    </dsp:sp>
    <dsp:sp modelId="{C1547683-7865-47CA-B6F2-AB0834E965E6}">
      <dsp:nvSpPr>
        <dsp:cNvPr id="0" name=""/>
        <dsp:cNvSpPr/>
      </dsp:nvSpPr>
      <dsp:spPr>
        <a:xfrm>
          <a:off x="3268271" y="85947"/>
          <a:ext cx="1167112" cy="58355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Dimension 1</a:t>
          </a:r>
        </a:p>
      </dsp:txBody>
      <dsp:txXfrm>
        <a:off x="3285363" y="103039"/>
        <a:ext cx="1132928" cy="549372"/>
      </dsp:txXfrm>
    </dsp:sp>
    <dsp:sp modelId="{8671DC78-C9B2-4B5B-8741-E304A5A23011}">
      <dsp:nvSpPr>
        <dsp:cNvPr id="0" name=""/>
        <dsp:cNvSpPr/>
      </dsp:nvSpPr>
      <dsp:spPr>
        <a:xfrm>
          <a:off x="4435384" y="308204"/>
          <a:ext cx="466845" cy="139042"/>
        </a:xfrm>
        <a:custGeom>
          <a:avLst/>
          <a:gdLst/>
          <a:ahLst/>
          <a:cxnLst/>
          <a:rect l="0" t="0" r="0" b="0"/>
          <a:pathLst>
            <a:path>
              <a:moveTo>
                <a:pt x="0" y="69521"/>
              </a:moveTo>
              <a:lnTo>
                <a:pt x="466845" y="69521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4657135" y="366054"/>
        <a:ext cx="23342" cy="23342"/>
      </dsp:txXfrm>
    </dsp:sp>
    <dsp:sp modelId="{5D1494CD-044A-4390-8C80-0B61C9FBDC39}">
      <dsp:nvSpPr>
        <dsp:cNvPr id="0" name=""/>
        <dsp:cNvSpPr/>
      </dsp:nvSpPr>
      <dsp:spPr>
        <a:xfrm>
          <a:off x="4902229" y="85947"/>
          <a:ext cx="1167112" cy="583556"/>
        </a:xfrm>
        <a:prstGeom prst="roundRect">
          <a:avLst>
            <a:gd name="adj" fmla="val 10000"/>
          </a:avLst>
        </a:prstGeom>
        <a:solidFill>
          <a:srgbClr val="196B24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(Dimension 2)</a:t>
          </a:r>
        </a:p>
      </dsp:txBody>
      <dsp:txXfrm>
        <a:off x="4919321" y="103039"/>
        <a:ext cx="1132928" cy="549372"/>
      </dsp:txXfrm>
    </dsp:sp>
    <dsp:sp modelId="{D41D71B0-8DB2-4EB5-827E-7BFAF6A13559}">
      <dsp:nvSpPr>
        <dsp:cNvPr id="0" name=""/>
        <dsp:cNvSpPr/>
      </dsp:nvSpPr>
      <dsp:spPr>
        <a:xfrm>
          <a:off x="6069342" y="308204"/>
          <a:ext cx="466845" cy="139042"/>
        </a:xfrm>
        <a:custGeom>
          <a:avLst/>
          <a:gdLst/>
          <a:ahLst/>
          <a:cxnLst/>
          <a:rect l="0" t="0" r="0" b="0"/>
          <a:pathLst>
            <a:path>
              <a:moveTo>
                <a:pt x="0" y="69521"/>
              </a:moveTo>
              <a:lnTo>
                <a:pt x="466845" y="69521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6291093" y="366054"/>
        <a:ext cx="23342" cy="23342"/>
      </dsp:txXfrm>
    </dsp:sp>
    <dsp:sp modelId="{D31F8600-6FB0-4F26-B71D-33346387235D}">
      <dsp:nvSpPr>
        <dsp:cNvPr id="0" name=""/>
        <dsp:cNvSpPr/>
      </dsp:nvSpPr>
      <dsp:spPr>
        <a:xfrm>
          <a:off x="6536187" y="85947"/>
          <a:ext cx="1167112" cy="583556"/>
        </a:xfrm>
        <a:prstGeom prst="roundRect">
          <a:avLst>
            <a:gd name="adj" fmla="val 10000"/>
          </a:avLst>
        </a:prstGeom>
        <a:solidFill>
          <a:srgbClr val="196B24">
            <a:hueOff val="0"/>
            <a:satOff val="0"/>
            <a:lumOff val="0"/>
            <a:alphaOff val="0"/>
          </a:srgbClr>
        </a:solidFill>
        <a:ln w="1905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(Dimension 3)</a:t>
          </a:r>
        </a:p>
      </dsp:txBody>
      <dsp:txXfrm>
        <a:off x="6553279" y="103039"/>
        <a:ext cx="1132928" cy="549372"/>
      </dsp:txXfrm>
    </dsp:sp>
    <dsp:sp modelId="{E02F91CE-E9C2-4756-8D5F-00409A065CDA}">
      <dsp:nvSpPr>
        <dsp:cNvPr id="0" name=""/>
        <dsp:cNvSpPr/>
      </dsp:nvSpPr>
      <dsp:spPr>
        <a:xfrm>
          <a:off x="7703300" y="308204"/>
          <a:ext cx="466845" cy="139042"/>
        </a:xfrm>
        <a:custGeom>
          <a:avLst/>
          <a:gdLst/>
          <a:ahLst/>
          <a:cxnLst/>
          <a:rect l="0" t="0" r="0" b="0"/>
          <a:pathLst>
            <a:path>
              <a:moveTo>
                <a:pt x="0" y="69521"/>
              </a:moveTo>
              <a:lnTo>
                <a:pt x="466845" y="69521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7925051" y="366054"/>
        <a:ext cx="23342" cy="23342"/>
      </dsp:txXfrm>
    </dsp:sp>
    <dsp:sp modelId="{818FC408-DEB6-4CA7-A2A0-80E870C4ACC2}">
      <dsp:nvSpPr>
        <dsp:cNvPr id="0" name=""/>
        <dsp:cNvSpPr/>
      </dsp:nvSpPr>
      <dsp:spPr>
        <a:xfrm>
          <a:off x="8170145" y="85947"/>
          <a:ext cx="1167112" cy="58355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Longueur coupée</a:t>
          </a:r>
        </a:p>
      </dsp:txBody>
      <dsp:txXfrm>
        <a:off x="8187237" y="103039"/>
        <a:ext cx="1132928" cy="5493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0CEA44-3489-BD15-54B3-C1EF6B824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FBE3FAA-3375-82DB-48AE-F16A40803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85ECAB-C5C5-12DB-65C6-1A70BC644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3686-C7DD-44D1-97BA-09CF78B93D9D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4131C5-A7B2-B353-D2AA-0D7ACAF9D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068F70-EE33-9D27-06FF-81006DC4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A412A-0415-49E4-ACF5-E932902F79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5941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F30CA6-7AB2-322D-AE44-37AA5D404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9E531E-0882-8BB1-858F-28132731A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FD665F-9A12-3044-9181-E73610D22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3686-C7DD-44D1-97BA-09CF78B93D9D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E1D9414-9221-F4DA-D45C-FC9621687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B7C663-0962-957F-B4E2-781A62E2A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A412A-0415-49E4-ACF5-E932902F79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6566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6E7EEA-19F5-B48F-2D68-91F653F51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D754E35-C59F-9E6A-A08C-5DCFAEA9B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1B2206B-0453-EE96-1FF5-0CA0F601E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3686-C7DD-44D1-97BA-09CF78B93D9D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CD3B354-53D9-9F4F-6EBA-53C5C4DE0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7AEB90-A2C2-8DE8-66F5-D1311339F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A412A-0415-49E4-ACF5-E932902F79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2197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C8AD15-00F5-8A01-D7B3-FAD313E20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9F4244-DF63-B334-52CF-6E04D6A0F8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0217D59-5AF4-4F66-C18F-5AE906F91B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3FEE96A-B193-31B1-42E2-6545BF926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3686-C7DD-44D1-97BA-09CF78B93D9D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47F8A28-C6D1-DA27-7C84-E3F8C2118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F9A409A-7DB8-40A8-8522-6B2135325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A412A-0415-49E4-ACF5-E932902F79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7830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6D905F-603A-C026-FB4F-447023E58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9C2B67-DF98-4734-D75D-E801CFEF6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E27A5E9-4869-9F6A-1CB0-9B1D6D61A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2CAA2C8-7922-A2AB-66F0-F8717A8095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8774AF0-6D4A-F4B2-52B9-0F29148575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32761DB-F311-7615-E7EC-A6C1E48DC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3686-C7DD-44D1-97BA-09CF78B93D9D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0D319C7-5711-3DCE-EC5D-93B671DD1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D22AC2D-8556-9BD2-C232-18B3F39C8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A412A-0415-49E4-ACF5-E932902F79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8312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1FFA4E-10C9-E95B-9F16-4BE5CB4B5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60D9AEF-CE21-28C9-B260-F9C3FE09F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3686-C7DD-44D1-97BA-09CF78B93D9D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8951732-5D26-ED1E-64C9-1E1D4669B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F2D5B09-1103-9471-068E-25F3BBFF9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A412A-0415-49E4-ACF5-E932902F79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344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3E20F0D-70D0-C567-54AF-6DF5AA6DC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3686-C7DD-44D1-97BA-09CF78B93D9D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92137AB-EB00-E283-DD60-1CF85A6F0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2EDCB6-E1C9-3E62-3362-3E9E9FD31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A412A-0415-49E4-ACF5-E932902F79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926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FA8E7D-6725-934A-8D28-CC88D0AE1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47F5C1-5AF1-B6A4-1511-98F32D2A3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EB17611-228A-E5F5-5B57-B48251CCE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26E4CE7-8694-08B0-2D2A-BE5EDD72D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3686-C7DD-44D1-97BA-09CF78B93D9D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3C716E9-2526-86AF-2EE8-AC1946F89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2CA95EC-64BC-6A46-4D31-E20C61695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A412A-0415-49E4-ACF5-E932902F79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40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1B1B9B-5D43-156A-E3C8-974A16CE5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DEE87BE-4C3B-BB5A-C85E-6080ED8013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A48B9A0-501D-843D-CD09-5B2D4547F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20F0F75-ED25-B0A5-CF3B-89DB62602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3686-C7DD-44D1-97BA-09CF78B93D9D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3313918-964A-07A4-502B-6F4720743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B74A8CD-6E1E-D955-87E8-95B7782B1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A412A-0415-49E4-ACF5-E932902F79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5915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7A4C0D-371A-BFCA-E641-8A0D8DC67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554A760-F1DC-CC22-425E-59594F676A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6CD821-89A6-CF32-EE23-AD5ED25FA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3686-C7DD-44D1-97BA-09CF78B93D9D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25AF3F-9365-E01D-D06B-5674EFCB7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79C11A-844B-8CB1-67BA-5D41A2E1F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A412A-0415-49E4-ACF5-E932902F79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0338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ACC1DC1-B041-EC34-84AA-587112F7E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CCBF455-840E-6A67-EC7C-50A9D81F9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66DBA37-0197-7C19-3FFF-D11578488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33686-C7DD-44D1-97BA-09CF78B93D9D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7CEC50-9254-3C45-991D-6CA6540BF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416045-6E89-53B0-F59D-069EB947A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A412A-0415-49E4-ACF5-E932902F79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1351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0BC4414-0AE6-46ED-83B4-23A025C05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C3CDE4C-A714-3E59-E775-ED64BDAC6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AD3292-B362-EF07-154F-31FA9D542C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533686-C7DD-44D1-97BA-09CF78B93D9D}" type="datetimeFigureOut">
              <a:rPr lang="fr-FR" smtClean="0"/>
              <a:t>01/10/2026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E6FC2A7-0D03-2D3A-2EB1-899D9C9D9C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894E1C-CD6D-FD75-60A7-2D7B723333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FA412A-0415-49E4-ACF5-E932902F79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855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DC00C5D7-4DB3-CBD4-B8DA-9533D88889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7467255"/>
              </p:ext>
            </p:extLst>
          </p:nvPr>
        </p:nvGraphicFramePr>
        <p:xfrm>
          <a:off x="565509" y="131885"/>
          <a:ext cx="11198600" cy="6648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8226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DC00C5D7-4DB3-CBD4-B8DA-9533D88889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9708813"/>
              </p:ext>
            </p:extLst>
          </p:nvPr>
        </p:nvGraphicFramePr>
        <p:xfrm>
          <a:off x="565509" y="845389"/>
          <a:ext cx="10269268" cy="59349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8272436F-97C8-A221-E7D2-9C60C6AA8F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3691359"/>
              </p:ext>
            </p:extLst>
          </p:nvPr>
        </p:nvGraphicFramePr>
        <p:xfrm>
          <a:off x="1065843" y="0"/>
          <a:ext cx="9337614" cy="7554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8457205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89</Words>
  <Application>Microsoft Office PowerPoint</Application>
  <PresentationFormat>Grand écran</PresentationFormat>
  <Paragraphs>65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Cédric (Local)</dc:creator>
  <cp:lastModifiedBy>Antoine PIETRI</cp:lastModifiedBy>
  <cp:revision>4</cp:revision>
  <dcterms:created xsi:type="dcterms:W3CDTF">2026-10-01T13:12:31Z</dcterms:created>
  <dcterms:modified xsi:type="dcterms:W3CDTF">2026-10-01T18:57:25Z</dcterms:modified>
</cp:coreProperties>
</file>